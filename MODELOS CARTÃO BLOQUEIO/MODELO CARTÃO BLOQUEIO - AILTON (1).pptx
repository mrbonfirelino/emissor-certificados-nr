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0" r:id="rId2"/>
  </p:sldIdLst>
  <p:sldSz cx="9144000" cy="6858000" type="screen4x3"/>
  <p:notesSz cx="6797675" cy="99282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A3FC2-7D34-4F62-B8E7-D5DF2925645F}" v="85" dt="2023-06-07T16:57:46.742"/>
    <p1510:client id="{348265B2-BE67-412A-800A-8AA6D3F2411D}" v="52" dt="2023-07-24T17:28:55.094"/>
    <p1510:client id="{3A758455-17DE-4D2F-9C30-343C19CCFE0B}" v="29" dt="2023-06-10T11:20:36.092"/>
    <p1510:client id="{4DC21056-5668-4E97-A355-876D445AFD69}" v="43" dt="2023-05-31T16:43:53.706"/>
    <p1510:client id="{59C4EFCF-4697-4BF4-819F-3FBAC77259FC}" v="160" dt="2023-07-26T11:52:04.416"/>
    <p1510:client id="{723631B7-54B7-4882-B78A-EC605D2C8C48}" v="53" dt="2023-07-18T18:52:28.522"/>
    <p1510:client id="{743D5942-8164-44BC-8850-34FCDB938291}" v="29" dt="2023-05-16T16:26:27.507"/>
    <p1510:client id="{7E9E8F10-00D4-45B6-B9C0-DC1BED1649FD}" v="56" dt="2023-08-08T19:46:38.544"/>
    <p1510:client id="{83D98327-2761-4836-ABD4-1681B5A9C386}" v="50" dt="2023-06-14T18:11:43.689"/>
    <p1510:client id="{85B7271A-5F0E-47E4-B38B-58BECB30A5EC}" v="9" dt="2023-08-22T19:54:19.589"/>
    <p1510:client id="{8DEF9508-664B-452B-A378-6AFFED3DCC95}" v="24" dt="2023-05-08T15:24:24.070"/>
    <p1510:client id="{917C927F-89E9-4A0A-A67A-C97100F1BB49}" v="87" dt="2023-08-31T15:55:34.200"/>
    <p1510:client id="{941235ED-8EBD-4CD7-BCE0-A593198E1272}" v="44" dt="2023-08-28T11:58:10.791"/>
    <p1510:client id="{BDEFFDBC-B427-49FC-83B1-6164B49E653B}" v="105" dt="2023-08-04T16:34:03.132"/>
    <p1510:client id="{CC2B0F76-DF74-4C3A-9C24-EB143529027B}" v="32" dt="2023-07-20T10:37:40.244"/>
    <p1510:client id="{E571D4D8-FBC9-4086-945D-2FFA36C13F9A}" v="25" dt="2023-08-10T15:50:1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8938F-CD26-4509-B913-4C860494B789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AF9F2-A115-4DC3-8171-CF762EF71A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64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09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96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32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6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39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0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70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69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08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8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30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CA480-7BCF-4C59-BED8-37E8E33A14D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32F9-413A-4CE8-965B-516C570EBE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0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456B-D99B-BE32-2EDB-63C3B99B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316710" y="243826"/>
            <a:ext cx="3240000" cy="43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8" name="Conector reto 97"/>
          <p:cNvCxnSpPr/>
          <p:nvPr/>
        </p:nvCxnSpPr>
        <p:spPr>
          <a:xfrm>
            <a:off x="338171" y="4270720"/>
            <a:ext cx="3218539" cy="5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9" y="749224"/>
            <a:ext cx="3240001" cy="660178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83" y="336945"/>
            <a:ext cx="330044" cy="328082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129" y="382144"/>
            <a:ext cx="839721" cy="328082"/>
          </a:xfrm>
          <a:prstGeom prst="rect">
            <a:avLst/>
          </a:prstGeom>
        </p:spPr>
      </p:pic>
      <p:cxnSp>
        <p:nvCxnSpPr>
          <p:cNvPr id="19" name="Conector reto 18"/>
          <p:cNvCxnSpPr>
            <a:stCxn id="34" idx="1"/>
            <a:endCxn id="34" idx="3"/>
          </p:cNvCxnSpPr>
          <p:nvPr/>
        </p:nvCxnSpPr>
        <p:spPr>
          <a:xfrm>
            <a:off x="316710" y="2403826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/>
          <p:cNvSpPr/>
          <p:nvPr/>
        </p:nvSpPr>
        <p:spPr>
          <a:xfrm>
            <a:off x="316709" y="2575636"/>
            <a:ext cx="31854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smtClean="0"/>
              <a:t>     EQUIPAMENTO </a:t>
            </a:r>
            <a:r>
              <a:rPr lang="pt-BR" sz="1400" dirty="0"/>
              <a:t>EM </a:t>
            </a:r>
            <a:r>
              <a:rPr lang="pt-BR" sz="1400" dirty="0" smtClean="0"/>
              <a:t>MANUTENÇÃO</a:t>
            </a:r>
          </a:p>
          <a:p>
            <a:pPr algn="ctr"/>
            <a:r>
              <a:rPr lang="pt-BR" dirty="0" smtClean="0"/>
              <a:t> </a:t>
            </a:r>
            <a:r>
              <a:rPr lang="pt-BR" b="1" dirty="0"/>
              <a:t>NÃO LIGUE!</a:t>
            </a:r>
          </a:p>
        </p:txBody>
      </p:sp>
      <p:cxnSp>
        <p:nvCxnSpPr>
          <p:cNvPr id="21" name="Conector reto 20"/>
          <p:cNvCxnSpPr/>
          <p:nvPr/>
        </p:nvCxnSpPr>
        <p:spPr>
          <a:xfrm>
            <a:off x="316709" y="3202906"/>
            <a:ext cx="3230200" cy="168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 flipV="1">
            <a:off x="316709" y="3465500"/>
            <a:ext cx="3230200" cy="20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/>
          <p:cNvSpPr/>
          <p:nvPr/>
        </p:nvSpPr>
        <p:spPr>
          <a:xfrm>
            <a:off x="545669" y="3476054"/>
            <a:ext cx="27489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FABIO LUIZ SOARES FERREIRA</a:t>
            </a:r>
          </a:p>
        </p:txBody>
      </p:sp>
      <p:cxnSp>
        <p:nvCxnSpPr>
          <p:cNvPr id="25" name="Conector reto 24"/>
          <p:cNvCxnSpPr/>
          <p:nvPr/>
        </p:nvCxnSpPr>
        <p:spPr>
          <a:xfrm>
            <a:off x="317641" y="4062121"/>
            <a:ext cx="3205019" cy="173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581480" y="4293726"/>
            <a:ext cx="1765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 err="1" smtClean="0"/>
              <a:t>Tel</a:t>
            </a:r>
            <a:r>
              <a:rPr lang="pt-BR" sz="1400" dirty="0"/>
              <a:t>: </a:t>
            </a:r>
            <a:r>
              <a:rPr lang="pt-BR" sz="1400" dirty="0" smtClean="0"/>
              <a:t>(22) 98158 - 6650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559188" y="3770902"/>
            <a:ext cx="27489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SOLDADOR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E76DE0CA-6C6E-2CF0-0185-F003F9231AA9}"/>
              </a:ext>
            </a:extLst>
          </p:cNvPr>
          <p:cNvSpPr/>
          <p:nvPr/>
        </p:nvSpPr>
        <p:spPr>
          <a:xfrm>
            <a:off x="3884406" y="265073"/>
            <a:ext cx="3240000" cy="43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5" name="Imagem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406" y="749224"/>
            <a:ext cx="3240001" cy="660178"/>
          </a:xfrm>
          <a:prstGeom prst="rect">
            <a:avLst/>
          </a:prstGeom>
        </p:spPr>
      </p:pic>
      <p:pic>
        <p:nvPicPr>
          <p:cNvPr id="66" name="Imagem 6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909" y="349270"/>
            <a:ext cx="839721" cy="315757"/>
          </a:xfrm>
          <a:prstGeom prst="rect">
            <a:avLst/>
          </a:prstGeom>
        </p:spPr>
      </p:pic>
      <p:pic>
        <p:nvPicPr>
          <p:cNvPr id="67" name="Imagem 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30" y="336945"/>
            <a:ext cx="330044" cy="328082"/>
          </a:xfrm>
          <a:prstGeom prst="rect">
            <a:avLst/>
          </a:prstGeom>
        </p:spPr>
      </p:pic>
      <p:cxnSp>
        <p:nvCxnSpPr>
          <p:cNvPr id="68" name="Conector reto 67"/>
          <p:cNvCxnSpPr/>
          <p:nvPr/>
        </p:nvCxnSpPr>
        <p:spPr>
          <a:xfrm>
            <a:off x="3861510" y="2403826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/>
          <p:nvPr/>
        </p:nvCxnSpPr>
        <p:spPr>
          <a:xfrm>
            <a:off x="3884406" y="3184831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/>
          <p:nvPr/>
        </p:nvCxnSpPr>
        <p:spPr>
          <a:xfrm>
            <a:off x="3861510" y="3465500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>
            <a:off x="3884406" y="4062121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/>
          <p:nvPr/>
        </p:nvCxnSpPr>
        <p:spPr>
          <a:xfrm>
            <a:off x="3884406" y="4284318"/>
            <a:ext cx="32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ângulo 73"/>
          <p:cNvSpPr/>
          <p:nvPr/>
        </p:nvSpPr>
        <p:spPr>
          <a:xfrm>
            <a:off x="3911696" y="2484075"/>
            <a:ext cx="31854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smtClean="0"/>
              <a:t>     EQUIPAMENTO </a:t>
            </a:r>
            <a:r>
              <a:rPr lang="pt-BR" sz="1400" dirty="0"/>
              <a:t>EM </a:t>
            </a:r>
            <a:r>
              <a:rPr lang="pt-BR" sz="1400" dirty="0" smtClean="0"/>
              <a:t>MANUTENÇÃO</a:t>
            </a:r>
          </a:p>
          <a:p>
            <a:pPr algn="ctr"/>
            <a:r>
              <a:rPr lang="pt-BR" dirty="0" smtClean="0"/>
              <a:t> </a:t>
            </a:r>
            <a:r>
              <a:rPr lang="pt-BR" b="1" dirty="0"/>
              <a:t>NÃO LIGUE!</a:t>
            </a:r>
          </a:p>
        </p:txBody>
      </p:sp>
      <p:sp>
        <p:nvSpPr>
          <p:cNvPr id="58" name="Retângulo 57"/>
          <p:cNvSpPr/>
          <p:nvPr/>
        </p:nvSpPr>
        <p:spPr>
          <a:xfrm>
            <a:off x="4399574" y="3476054"/>
            <a:ext cx="19496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dirty="0" smtClean="0"/>
              <a:t>AILTON COSTA MARTINS</a:t>
            </a:r>
            <a:endParaRPr lang="pt-BR" sz="1400" dirty="0"/>
          </a:p>
        </p:txBody>
      </p:sp>
      <p:sp>
        <p:nvSpPr>
          <p:cNvPr id="76" name="Retângulo 75"/>
          <p:cNvSpPr/>
          <p:nvPr/>
        </p:nvSpPr>
        <p:spPr>
          <a:xfrm>
            <a:off x="3874912" y="3717509"/>
            <a:ext cx="32494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 smtClean="0"/>
              <a:t>TECNICO EM SEGURANÇA DO TRABALHO</a:t>
            </a:r>
            <a:endParaRPr lang="pt-BR" sz="1400" dirty="0"/>
          </a:p>
        </p:txBody>
      </p:sp>
      <p:sp>
        <p:nvSpPr>
          <p:cNvPr id="77" name="Retângulo 76"/>
          <p:cNvSpPr/>
          <p:nvPr/>
        </p:nvSpPr>
        <p:spPr>
          <a:xfrm>
            <a:off x="4100405" y="4270647"/>
            <a:ext cx="16851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 err="1" smtClean="0"/>
              <a:t>Tel</a:t>
            </a:r>
            <a:r>
              <a:rPr lang="pt-BR" sz="1400" dirty="0"/>
              <a:t>: </a:t>
            </a:r>
            <a:r>
              <a:rPr lang="pt-BR" sz="1400" dirty="0" smtClean="0"/>
              <a:t>(22) </a:t>
            </a:r>
            <a:r>
              <a:rPr lang="pt-BR" sz="1400" dirty="0"/>
              <a:t>98163-2680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388" y="1457476"/>
            <a:ext cx="612644" cy="97178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354" y="1446237"/>
            <a:ext cx="711192" cy="92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43</Words>
  <Application>Microsoft Office PowerPoint</Application>
  <PresentationFormat>Apresentação na tela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Company>Grupo Votorantim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Grupo Votorantim</dc:creator>
  <cp:lastModifiedBy>Altec</cp:lastModifiedBy>
  <cp:revision>178</cp:revision>
  <cp:lastPrinted>2026-06-19T16:57:15Z</cp:lastPrinted>
  <dcterms:created xsi:type="dcterms:W3CDTF">2014-01-20T22:33:15Z</dcterms:created>
  <dcterms:modified xsi:type="dcterms:W3CDTF">2026-08-12T12:47:49Z</dcterms:modified>
</cp:coreProperties>
</file>