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sldIdLst>
    <p:sldId id="279" r:id="rId5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oyhMGP5xYRDFgoyQNsnR4mX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C7454-0083-71F0-82C3-55F853740603}" v="125" dt="2024-09-10T11:57:23.283"/>
    <p1510:client id="{BDE3BFE7-8793-B1F7-3E4A-550286AC45AF}" v="63" dt="2024-09-10T11:31:33.466"/>
    <p1510:client id="{DA237E9F-2E3E-0D0B-A88E-B0943176FC96}" v="38" dt="2024-09-10T11:07:32.701"/>
    <p1510:client id="{E4D501D3-81D7-EF25-0491-E7A7E302B865}" v="36" dt="2024-09-10T12:39:06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AS VIEIRA DE SOUZA" userId="S::wallas.souza@csn.com.br::56311778-7ab8-4917-b611-78d2dfffb942" providerId="AD" clId="Web-{63406429-4A58-23D5-1B72-D463246D4ED0}"/>
    <pc:docChg chg="modSld">
      <pc:chgData name="WALLAS VIEIRA DE SOUZA" userId="S::wallas.souza@csn.com.br::56311778-7ab8-4917-b611-78d2dfffb942" providerId="AD" clId="Web-{63406429-4A58-23D5-1B72-D463246D4ED0}" dt="2023-07-17T19:02:22.161" v="50" actId="20577"/>
      <pc:docMkLst>
        <pc:docMk/>
      </pc:docMkLst>
      <pc:sldChg chg="addSp delSp modSp">
        <pc:chgData name="WALLAS VIEIRA DE SOUZA" userId="S::wallas.souza@csn.com.br::56311778-7ab8-4917-b611-78d2dfffb942" providerId="AD" clId="Web-{63406429-4A58-23D5-1B72-D463246D4ED0}" dt="2023-07-17T19:02:22.161" v="50" actId="20577"/>
        <pc:sldMkLst>
          <pc:docMk/>
          <pc:sldMk cId="2928551198" sldId="263"/>
        </pc:sldMkLst>
        <pc:spChg chg="mod">
          <ac:chgData name="WALLAS VIEIRA DE SOUZA" userId="S::wallas.souza@csn.com.br::56311778-7ab8-4917-b611-78d2dfffb942" providerId="AD" clId="Web-{63406429-4A58-23D5-1B72-D463246D4ED0}" dt="2023-07-17T19:00:58.830" v="44" actId="1076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WALLAS VIEIRA DE SOUZA" userId="S::wallas.souza@csn.com.br::56311778-7ab8-4917-b611-78d2dfffb942" providerId="AD" clId="Web-{63406429-4A58-23D5-1B72-D463246D4ED0}" dt="2023-07-17T19:02:22.161" v="50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WALLAS VIEIRA DE SOUZA" userId="S::wallas.souza@csn.com.br::56311778-7ab8-4917-b611-78d2dfffb942" providerId="AD" clId="Web-{63406429-4A58-23D5-1B72-D463246D4ED0}" dt="2023-07-17T19:01:11.862" v="46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WALLAS VIEIRA DE SOUZA" userId="S::wallas.souza@csn.com.br::56311778-7ab8-4917-b611-78d2dfffb942" providerId="AD" clId="Web-{63406429-4A58-23D5-1B72-D463246D4ED0}" dt="2023-07-17T19:01:16.643" v="48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WALLAS VIEIRA DE SOUZA" userId="S::wallas.souza@csn.com.br::56311778-7ab8-4917-b611-78d2dfffb942" providerId="AD" clId="Web-{63406429-4A58-23D5-1B72-D463246D4ED0}" dt="2023-07-17T19:00:13.954" v="23" actId="1076"/>
          <ac:picMkLst>
            <pc:docMk/>
            <pc:sldMk cId="2928551198" sldId="263"/>
            <ac:picMk id="2" creationId="{A51C8BFE-D083-2A06-05B6-888AA736B9FB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3.452" v="0"/>
          <ac:picMkLst>
            <pc:docMk/>
            <pc:sldMk cId="2928551198" sldId="263"/>
            <ac:picMk id="3" creationId="{23167B3D-A867-C774-B777-5190B6561A22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5.984" v="3"/>
          <ac:picMkLst>
            <pc:docMk/>
            <pc:sldMk cId="2928551198" sldId="263"/>
            <ac:picMk id="5" creationId="{A6D3D53B-6919-1609-BC26-561FED0A43DA}"/>
          </ac:picMkLst>
        </pc:picChg>
        <pc:picChg chg="add mod">
          <ac:chgData name="WALLAS VIEIRA DE SOUZA" userId="S::wallas.souza@csn.com.br::56311778-7ab8-4917-b611-78d2dfffb942" providerId="AD" clId="Web-{63406429-4A58-23D5-1B72-D463246D4ED0}" dt="2023-07-17T19:00:04.703" v="18" actId="1076"/>
          <ac:picMkLst>
            <pc:docMk/>
            <pc:sldMk cId="2928551198" sldId="263"/>
            <ac:picMk id="6" creationId="{2C14D7B8-2B1F-8D99-0930-474276490039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3.515" v="1"/>
          <ac:picMkLst>
            <pc:docMk/>
            <pc:sldMk cId="2928551198" sldId="263"/>
            <ac:picMk id="7" creationId="{D0394DCA-9ADE-3C91-939B-34776B67FFAE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4.671" v="2"/>
          <ac:picMkLst>
            <pc:docMk/>
            <pc:sldMk cId="2928551198" sldId="263"/>
            <ac:picMk id="8" creationId="{871E99EF-3452-DB02-9F66-D71AEA172357}"/>
          </ac:picMkLst>
        </pc:picChg>
        <pc:picChg chg="add mod">
          <ac:chgData name="WALLAS VIEIRA DE SOUZA" userId="S::wallas.souza@csn.com.br::56311778-7ab8-4917-b611-78d2dfffb942" providerId="AD" clId="Web-{63406429-4A58-23D5-1B72-D463246D4ED0}" dt="2023-07-17T18:59:56.672" v="13" actId="1076"/>
          <ac:picMkLst>
            <pc:docMk/>
            <pc:sldMk cId="2928551198" sldId="263"/>
            <ac:picMk id="10" creationId="{F344A836-6EC9-D84D-2E7F-B312F19505F0}"/>
          </ac:picMkLst>
        </pc:picChg>
        <pc:picChg chg="add mod">
          <ac:chgData name="WALLAS VIEIRA DE SOUZA" userId="S::wallas.souza@csn.com.br::56311778-7ab8-4917-b611-78d2dfffb942" providerId="AD" clId="Web-{63406429-4A58-23D5-1B72-D463246D4ED0}" dt="2023-07-17T19:00:26.126" v="27" actId="1076"/>
          <ac:picMkLst>
            <pc:docMk/>
            <pc:sldMk cId="2928551198" sldId="263"/>
            <ac:picMk id="11" creationId="{F1524B84-E4C9-0ABD-AF04-FADC868829CF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E4D501D3-81D7-EF25-0491-E7A7E302B865}"/>
    <pc:docChg chg="modSld">
      <pc:chgData name="MARCELO JARDIM SOARES JUNIOR" userId="S::marcelo.junior.mj1@csn.com.br::bc55f54c-67c1-4def-9c72-6702cba075ba" providerId="AD" clId="Web-{E4D501D3-81D7-EF25-0491-E7A7E302B865}" dt="2024-09-10T12:39:06.866" v="34" actId="14100"/>
      <pc:docMkLst>
        <pc:docMk/>
      </pc:docMkLst>
      <pc:sldChg chg="addSp delSp modSp">
        <pc:chgData name="MARCELO JARDIM SOARES JUNIOR" userId="S::marcelo.junior.mj1@csn.com.br::bc55f54c-67c1-4def-9c72-6702cba075ba" providerId="AD" clId="Web-{E4D501D3-81D7-EF25-0491-E7A7E302B865}" dt="2024-09-10T12:39:06.866" v="34" actId="14100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E4D501D3-81D7-EF25-0491-E7A7E302B865}" dt="2024-09-10T12:38:37.693" v="22" actId="20577"/>
          <ac:spMkLst>
            <pc:docMk/>
            <pc:sldMk cId="28514220" sldId="271"/>
            <ac:spMk id="190" creationId="{709B52A7-B036-EA78-D342-3FB7126CEF49}"/>
          </ac:spMkLst>
        </pc:spChg>
        <pc:picChg chg="add mod modCrop">
          <ac:chgData name="MARCELO JARDIM SOARES JUNIOR" userId="S::marcelo.junior.mj1@csn.com.br::bc55f54c-67c1-4def-9c72-6702cba075ba" providerId="AD" clId="Web-{E4D501D3-81D7-EF25-0491-E7A7E302B865}" dt="2024-09-10T12:39:06.866" v="34" actId="14100"/>
          <ac:picMkLst>
            <pc:docMk/>
            <pc:sldMk cId="28514220" sldId="271"/>
            <ac:picMk id="2" creationId="{F7A403E6-D933-390E-9A72-A3BC2D2B6074}"/>
          </ac:picMkLst>
        </pc:picChg>
        <pc:picChg chg="del">
          <ac:chgData name="MARCELO JARDIM SOARES JUNIOR" userId="S::marcelo.junior.mj1@csn.com.br::bc55f54c-67c1-4def-9c72-6702cba075ba" providerId="AD" clId="Web-{E4D501D3-81D7-EF25-0491-E7A7E302B865}" dt="2024-09-10T12:37:08.596" v="0"/>
          <ac:picMkLst>
            <pc:docMk/>
            <pc:sldMk cId="28514220" sldId="271"/>
            <ac:picMk id="21" creationId="{A5B8A8BD-C949-C27C-6F4D-5BE98545116D}"/>
          </ac:picMkLst>
        </pc:picChg>
      </pc:sldChg>
    </pc:docChg>
  </pc:docChgLst>
  <pc:docChgLst>
    <pc:chgData name="MARIANA MATIAS MELENGATE" userId="S::mariana.melengate@csn.com.br::2ccf716e-76bf-4a28-9405-3486cc2f2957" providerId="AD" clId="Web-{BF76A218-D44B-7615-B67C-A238ACF52BDA}"/>
    <pc:docChg chg="modSld">
      <pc:chgData name="MARIANA MATIAS MELENGATE" userId="S::mariana.melengate@csn.com.br::2ccf716e-76bf-4a28-9405-3486cc2f2957" providerId="AD" clId="Web-{BF76A218-D44B-7615-B67C-A238ACF52BDA}" dt="2023-07-19T14:43:13.589" v="4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F76A218-D44B-7615-B67C-A238ACF52BDA}" dt="2023-07-19T14:43:13.589" v="45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BF76A218-D44B-7615-B67C-A238ACF52BDA}" dt="2023-07-19T14:43:01.747" v="4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BF76A218-D44B-7615-B67C-A238ACF52BDA}" dt="2023-07-19T14:43:13.589" v="45" actId="20577"/>
          <ac:spMkLst>
            <pc:docMk/>
            <pc:sldMk cId="2928551198" sldId="263"/>
            <ac:spMk id="18" creationId="{AD0D33DE-95D2-F2E7-3227-51D9D8D05060}"/>
          </ac:spMkLst>
        </pc:spChg>
        <pc:picChg chg="add mod">
          <ac:chgData name="MARIANA MATIAS MELENGATE" userId="S::mariana.melengate@csn.com.br::2ccf716e-76bf-4a28-9405-3486cc2f2957" providerId="AD" clId="Web-{BF76A218-D44B-7615-B67C-A238ACF52BDA}" dt="2023-07-19T14:42:17.744" v="6" actId="1076"/>
          <ac:picMkLst>
            <pc:docMk/>
            <pc:sldMk cId="2928551198" sldId="263"/>
            <ac:picMk id="3" creationId="{6DC9F83A-B2EE-C586-D145-19737D561BA5}"/>
          </ac:picMkLst>
        </pc:picChg>
        <pc:picChg chg="add mod">
          <ac:chgData name="MARIANA MATIAS MELENGATE" userId="S::mariana.melengate@csn.com.br::2ccf716e-76bf-4a28-9405-3486cc2f2957" providerId="AD" clId="Web-{BF76A218-D44B-7615-B67C-A238ACF52BDA}" dt="2023-07-19T14:42:22.838" v="8" actId="1076"/>
          <ac:picMkLst>
            <pc:docMk/>
            <pc:sldMk cId="2928551198" sldId="263"/>
            <ac:picMk id="5" creationId="{04CE3AAE-3D7C-9393-64B9-4507B25391F6}"/>
          </ac:picMkLst>
        </pc:picChg>
        <pc:picChg chg="del">
          <ac:chgData name="MARIANA MATIAS MELENGATE" userId="S::mariana.melengate@csn.com.br::2ccf716e-76bf-4a28-9405-3486cc2f2957" providerId="AD" clId="Web-{BF76A218-D44B-7615-B67C-A238ACF52BDA}" dt="2023-07-19T14:41:59.259" v="1"/>
          <ac:picMkLst>
            <pc:docMk/>
            <pc:sldMk cId="2928551198" sldId="263"/>
            <ac:picMk id="10" creationId="{F344A836-6EC9-D84D-2E7F-B312F19505F0}"/>
          </ac:picMkLst>
        </pc:picChg>
        <pc:picChg chg="del">
          <ac:chgData name="MARIANA MATIAS MELENGATE" userId="S::mariana.melengate@csn.com.br::2ccf716e-76bf-4a28-9405-3486cc2f2957" providerId="AD" clId="Web-{BF76A218-D44B-7615-B67C-A238ACF52BDA}" dt="2023-07-19T14:41:55.384" v="0"/>
          <ac:picMkLst>
            <pc:docMk/>
            <pc:sldMk cId="2928551198" sldId="263"/>
            <ac:picMk id="11" creationId="{F1524B84-E4C9-0ABD-AF04-FADC868829CF}"/>
          </ac:picMkLst>
        </pc:picChg>
      </pc:sldChg>
    </pc:docChg>
  </pc:docChgLst>
  <pc:docChgLst>
    <pc:chgData name="MARIANA MATIAS MELENGATE" userId="S::mariana.melengate@csn.com.br::2ccf716e-76bf-4a28-9405-3486cc2f2957" providerId="AD" clId="Web-{B8B20C1C-2958-E54B-6A0F-EABB22803429}"/>
    <pc:docChg chg="modSld">
      <pc:chgData name="MARIANA MATIAS MELENGATE" userId="S::mariana.melengate@csn.com.br::2ccf716e-76bf-4a28-9405-3486cc2f2957" providerId="AD" clId="Web-{B8B20C1C-2958-E54B-6A0F-EABB22803429}" dt="2023-12-11T16:58:54.271" v="2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8B20C1C-2958-E54B-6A0F-EABB22803429}" dt="2023-12-11T16:58:54.271" v="20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8B20C1C-2958-E54B-6A0F-EABB22803429}" dt="2023-12-11T16:58:45.458" v="18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8B20C1C-2958-E54B-6A0F-EABB22803429}" dt="2023-12-11T16:58:54.271" v="20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B8B20C1C-2958-E54B-6A0F-EABB22803429}" dt="2023-12-11T16:58:02.675" v="0"/>
          <ac:picMkLst>
            <pc:docMk/>
            <pc:sldMk cId="0" sldId="256"/>
            <ac:picMk id="2" creationId="{CAC67C5A-70C2-29EA-71E0-BB90EE6EB379}"/>
          </ac:picMkLst>
        </pc:picChg>
        <pc:picChg chg="del">
          <ac:chgData name="MARIANA MATIAS MELENGATE" userId="S::mariana.melengate@csn.com.br::2ccf716e-76bf-4a28-9405-3486cc2f2957" providerId="AD" clId="Web-{B8B20C1C-2958-E54B-6A0F-EABB22803429}" dt="2023-12-11T16:58:13.300" v="5"/>
          <ac:picMkLst>
            <pc:docMk/>
            <pc:sldMk cId="0" sldId="256"/>
            <ac:picMk id="4" creationId="{9344241D-5791-F1F2-6F50-DCC9000948E9}"/>
          </ac:picMkLst>
        </pc:picChg>
        <pc:picChg chg="add mod">
          <ac:chgData name="MARIANA MATIAS MELENGATE" userId="S::mariana.melengate@csn.com.br::2ccf716e-76bf-4a28-9405-3486cc2f2957" providerId="AD" clId="Web-{B8B20C1C-2958-E54B-6A0F-EABB22803429}" dt="2023-12-11T16:58:11.582" v="4" actId="1076"/>
          <ac:picMkLst>
            <pc:docMk/>
            <pc:sldMk cId="0" sldId="256"/>
            <ac:picMk id="5" creationId="{4BDC78DF-E8CE-4E90-FD2F-0BEE6ABDD2EB}"/>
          </ac:picMkLst>
        </pc:picChg>
        <pc:picChg chg="add mod">
          <ac:chgData name="MARIANA MATIAS MELENGATE" userId="S::mariana.melengate@csn.com.br::2ccf716e-76bf-4a28-9405-3486cc2f2957" providerId="AD" clId="Web-{B8B20C1C-2958-E54B-6A0F-EABB22803429}" dt="2023-12-11T16:58:21.020" v="7" actId="1076"/>
          <ac:picMkLst>
            <pc:docMk/>
            <pc:sldMk cId="0" sldId="256"/>
            <ac:picMk id="6" creationId="{2F6C157D-0405-4039-0AE8-FDDDDD9887CD}"/>
          </ac:picMkLst>
        </pc:picChg>
      </pc:sldChg>
    </pc:docChg>
  </pc:docChgLst>
  <pc:docChgLst>
    <pc:chgData name="MARIANA MATIAS MELENGATE" userId="S::mariana.melengate@csn.com.br::2ccf716e-76bf-4a28-9405-3486cc2f2957" providerId="AD" clId="Web-{AB99E481-DCA7-BB91-188A-8EA5D84097FF}"/>
    <pc:docChg chg="modSld">
      <pc:chgData name="MARIANA MATIAS MELENGATE" userId="S::mariana.melengate@csn.com.br::2ccf716e-76bf-4a28-9405-3486cc2f2957" providerId="AD" clId="Web-{AB99E481-DCA7-BB91-188A-8EA5D84097FF}" dt="2024-04-16T19:21:42.346" v="138" actId="1076"/>
      <pc:docMkLst>
        <pc:docMk/>
      </pc:docMkLst>
      <pc:sldChg chg="addSp delSp modSp">
        <pc:chgData name="MARIANA MATIAS MELENGATE" userId="S::mariana.melengate@csn.com.br::2ccf716e-76bf-4a28-9405-3486cc2f2957" providerId="AD" clId="Web-{AB99E481-DCA7-BB91-188A-8EA5D84097FF}" dt="2024-04-16T19:16:36.335" v="48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AB99E481-DCA7-BB91-188A-8EA5D84097FF}" dt="2024-04-16T19:08:20.379" v="32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5:49.255" v="35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6:24.162" v="43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6:28.866" v="45" actId="20577"/>
          <ac:spMkLst>
            <pc:docMk/>
            <pc:sldMk cId="3855834659" sldId="270"/>
            <ac:spMk id="193" creationId="{F043C486-EDEB-CF66-944F-16D2BD2B164C}"/>
          </ac:spMkLst>
        </pc:spChg>
        <pc:picChg chg="mod">
          <ac:chgData name="MARIANA MATIAS MELENGATE" userId="S::mariana.melengate@csn.com.br::2ccf716e-76bf-4a28-9405-3486cc2f2957" providerId="AD" clId="Web-{AB99E481-DCA7-BB91-188A-8EA5D84097FF}" dt="2024-04-16T19:07:05.423" v="3" actId="1076"/>
          <ac:picMkLst>
            <pc:docMk/>
            <pc:sldMk cId="3855834659" sldId="270"/>
            <ac:picMk id="2" creationId="{CD6B55C5-6C0C-6390-4FEC-5E639A472EF4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5:59.755" v="38" actId="1076"/>
          <ac:picMkLst>
            <pc:docMk/>
            <pc:sldMk cId="3855834659" sldId="270"/>
            <ac:picMk id="6" creationId="{2A2AD3C2-085C-2537-DDAC-C820B891B771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6:10.256" v="41" actId="1076"/>
          <ac:picMkLst>
            <pc:docMk/>
            <pc:sldMk cId="3855834659" sldId="270"/>
            <ac:picMk id="8" creationId="{BC2A2E27-2A89-997F-90D7-0CF58659FB5D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6:36.335" v="48" actId="1076"/>
          <ac:picMkLst>
            <pc:docMk/>
            <pc:sldMk cId="3855834659" sldId="270"/>
            <ac:picMk id="9" creationId="{500EFD52-6692-2A79-A88B-F44AF95C6CE4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5:50.177" v="36"/>
          <ac:picMkLst>
            <pc:docMk/>
            <pc:sldMk cId="3855834659" sldId="270"/>
            <ac:picMk id="12" creationId="{3DCA19FD-E160-82C3-8311-5C1FE8E2B7A5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6:01.802" v="39"/>
          <ac:picMkLst>
            <pc:docMk/>
            <pc:sldMk cId="3855834659" sldId="270"/>
            <ac:picMk id="13" creationId="{29674E2E-52B4-0FBC-CCA0-E33BC805A15C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6:29.725" v="46"/>
          <ac:picMkLst>
            <pc:docMk/>
            <pc:sldMk cId="3855834659" sldId="270"/>
            <ac:picMk id="14" creationId="{D28C9B8C-C943-35EE-460C-EB2CF76B2288}"/>
          </ac:picMkLst>
        </pc:picChg>
      </pc:sldChg>
      <pc:sldChg chg="addSp delSp modSp">
        <pc:chgData name="MARIANA MATIAS MELENGATE" userId="S::mariana.melengate@csn.com.br::2ccf716e-76bf-4a28-9405-3486cc2f2957" providerId="AD" clId="Web-{AB99E481-DCA7-BB91-188A-8EA5D84097FF}" dt="2024-04-16T19:21:42.346" v="138" actId="1076"/>
        <pc:sldMkLst>
          <pc:docMk/>
          <pc:sldMk cId="1320904978" sldId="274"/>
        </pc:sldMkLst>
        <pc:spChg chg="mod">
          <ac:chgData name="MARIANA MATIAS MELENGATE" userId="S::mariana.melengate@csn.com.br::2ccf716e-76bf-4a28-9405-3486cc2f2957" providerId="AD" clId="Web-{AB99E481-DCA7-BB91-188A-8EA5D84097FF}" dt="2024-04-16T19:20:54.406" v="126" actId="20577"/>
          <ac:spMkLst>
            <pc:docMk/>
            <pc:sldMk cId="1320904978" sldId="27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21:17.657" v="128" actId="20577"/>
          <ac:spMkLst>
            <pc:docMk/>
            <pc:sldMk cId="1320904978" sldId="27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21:18.954" v="130" actId="20577"/>
          <ac:spMkLst>
            <pc:docMk/>
            <pc:sldMk cId="1320904978" sldId="27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21:26.720" v="132" actId="20577"/>
          <ac:spMkLst>
            <pc:docMk/>
            <pc:sldMk cId="1320904978" sldId="274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B99E481-DCA7-BB91-188A-8EA5D84097FF}" dt="2024-04-16T19:20:37.031" v="108" actId="1076"/>
          <ac:picMkLst>
            <pc:docMk/>
            <pc:sldMk cId="1320904978" sldId="274"/>
            <ac:picMk id="2" creationId="{D7B2FD1C-3EA6-16E5-5CA7-C7EB1164EBBF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21:30.924" v="134" actId="1076"/>
          <ac:picMkLst>
            <pc:docMk/>
            <pc:sldMk cId="1320904978" sldId="274"/>
            <ac:picMk id="6" creationId="{91CE74E9-31CC-8B0E-80E6-F8B778411923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21:35.455" v="136" actId="1076"/>
          <ac:picMkLst>
            <pc:docMk/>
            <pc:sldMk cId="1320904978" sldId="274"/>
            <ac:picMk id="8" creationId="{50D4F819-F3C2-B7DD-6A8C-23EDD583AE21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21:42.346" v="138" actId="1076"/>
          <ac:picMkLst>
            <pc:docMk/>
            <pc:sldMk cId="1320904978" sldId="274"/>
            <ac:picMk id="9" creationId="{F7E51153-6673-393E-BD68-5816EF6D730F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4.545" v="97"/>
          <ac:picMkLst>
            <pc:docMk/>
            <pc:sldMk cId="1320904978" sldId="274"/>
            <ac:picMk id="12" creationId="{32882CDE-4DF0-8D54-FF30-A97F6E5236DE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6.467" v="98"/>
          <ac:picMkLst>
            <pc:docMk/>
            <pc:sldMk cId="1320904978" sldId="274"/>
            <ac:picMk id="13" creationId="{DEDD8CA7-25E7-6284-98D7-3323937BBAAE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8.577" v="99"/>
          <ac:picMkLst>
            <pc:docMk/>
            <pc:sldMk cId="1320904978" sldId="274"/>
            <ac:picMk id="14" creationId="{D5C49833-CD83-4871-BD81-421FFACC27D1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8.702" v="100"/>
          <ac:picMkLst>
            <pc:docMk/>
            <pc:sldMk cId="1320904978" sldId="274"/>
            <ac:picMk id="15" creationId="{B7F36058-CB3A-AB65-A315-365D1A4F7693}"/>
          </ac:picMkLst>
        </pc:picChg>
      </pc:sldChg>
      <pc:sldChg chg="addSp delSp modSp">
        <pc:chgData name="MARIANA MATIAS MELENGATE" userId="S::mariana.melengate@csn.com.br::2ccf716e-76bf-4a28-9405-3486cc2f2957" providerId="AD" clId="Web-{AB99E481-DCA7-BB91-188A-8EA5D84097FF}" dt="2024-04-16T19:19:31.669" v="96" actId="20577"/>
        <pc:sldMkLst>
          <pc:docMk/>
          <pc:sldMk cId="3777344792" sldId="275"/>
        </pc:sldMkLst>
        <pc:spChg chg="mod">
          <ac:chgData name="MARIANA MATIAS MELENGATE" userId="S::mariana.melengate@csn.com.br::2ccf716e-76bf-4a28-9405-3486cc2f2957" providerId="AD" clId="Web-{AB99E481-DCA7-BB91-188A-8EA5D84097FF}" dt="2024-04-16T19:19:14.028" v="90" actId="20577"/>
          <ac:spMkLst>
            <pc:docMk/>
            <pc:sldMk cId="3777344792" sldId="27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9:18.419" v="92" actId="20577"/>
          <ac:spMkLst>
            <pc:docMk/>
            <pc:sldMk cId="3777344792" sldId="27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9:23.466" v="94" actId="20577"/>
          <ac:spMkLst>
            <pc:docMk/>
            <pc:sldMk cId="3777344792" sldId="27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9:31.669" v="96" actId="20577"/>
          <ac:spMkLst>
            <pc:docMk/>
            <pc:sldMk cId="3777344792" sldId="275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B99E481-DCA7-BB91-188A-8EA5D84097FF}" dt="2024-04-16T19:17:50.884" v="54" actId="1076"/>
          <ac:picMkLst>
            <pc:docMk/>
            <pc:sldMk cId="3777344792" sldId="275"/>
            <ac:picMk id="2" creationId="{FFA56759-3593-0DED-2ACD-FF884FBCF603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7:59.650" v="57" actId="1076"/>
          <ac:picMkLst>
            <pc:docMk/>
            <pc:sldMk cId="3777344792" sldId="275"/>
            <ac:picMk id="6" creationId="{89B655FB-FFFC-40A4-F750-F205C0EBA740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8:14.104" v="61" actId="1076"/>
          <ac:picMkLst>
            <pc:docMk/>
            <pc:sldMk cId="3777344792" sldId="275"/>
            <ac:picMk id="8" creationId="{6C5134EA-644A-DED6-92DE-8574903BC7B0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8:20.698" v="63" actId="1076"/>
          <ac:picMkLst>
            <pc:docMk/>
            <pc:sldMk cId="3777344792" sldId="275"/>
            <ac:picMk id="9" creationId="{B28104CB-9FB3-281F-38BE-EC1E3BB3BFFC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7:37.915" v="49"/>
          <ac:picMkLst>
            <pc:docMk/>
            <pc:sldMk cId="3777344792" sldId="275"/>
            <ac:picMk id="12" creationId="{4ECCF522-CD26-638B-4FA0-E9DF0FF4C26F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7:56.025" v="56"/>
          <ac:picMkLst>
            <pc:docMk/>
            <pc:sldMk cId="3777344792" sldId="275"/>
            <ac:picMk id="13" creationId="{BB71603B-7AA7-D1DC-A0F0-1FC4058913B3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8:01.572" v="58"/>
          <ac:picMkLst>
            <pc:docMk/>
            <pc:sldMk cId="3777344792" sldId="275"/>
            <ac:picMk id="14" creationId="{C23C99C8-FE51-5F0C-326D-0C0C635FB322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8:04.275" v="59"/>
          <ac:picMkLst>
            <pc:docMk/>
            <pc:sldMk cId="3777344792" sldId="275"/>
            <ac:picMk id="15" creationId="{EC3FF226-614B-28DF-37DF-60389AAEC4AA}"/>
          </ac:picMkLst>
        </pc:picChg>
      </pc:sldChg>
    </pc:docChg>
  </pc:docChgLst>
  <pc:docChgLst>
    <pc:chgData clId="Web-{801CF15B-BB4F-535A-6F3F-8A55C9136742}"/>
    <pc:docChg chg="modSld">
      <pc:chgData name="" userId="" providerId="" clId="Web-{801CF15B-BB4F-535A-6F3F-8A55C9136742}" dt="2023-05-05T11:00:23.075" v="2"/>
      <pc:docMkLst>
        <pc:docMk/>
      </pc:docMkLst>
      <pc:sldChg chg="delSp">
        <pc:chgData name="" userId="" providerId="" clId="Web-{801CF15B-BB4F-535A-6F3F-8A55C9136742}" dt="2023-05-05T11:00:23.075" v="2"/>
        <pc:sldMkLst>
          <pc:docMk/>
          <pc:sldMk cId="0" sldId="256"/>
        </pc:sldMkLst>
        <pc:picChg chg="del">
          <ac:chgData name="" userId="" providerId="" clId="Web-{801CF15B-BB4F-535A-6F3F-8A55C9136742}" dt="2023-05-05T11:00:23.075" v="2"/>
          <ac:picMkLst>
            <pc:docMk/>
            <pc:sldMk cId="0" sldId="256"/>
            <ac:picMk id="5" creationId="{C99B35D1-2F05-88F0-D73A-15547E1235B6}"/>
          </ac:picMkLst>
        </pc:picChg>
        <pc:picChg chg="del">
          <ac:chgData name="" userId="" providerId="" clId="Web-{801CF15B-BB4F-535A-6F3F-8A55C9136742}" dt="2023-05-05T11:00:22.107" v="1"/>
          <ac:picMkLst>
            <pc:docMk/>
            <pc:sldMk cId="0" sldId="256"/>
            <ac:picMk id="8" creationId="{C64A7B51-D1A5-361E-1968-B143F699230B}"/>
          </ac:picMkLst>
        </pc:picChg>
        <pc:picChg chg="del">
          <ac:chgData name="" userId="" providerId="" clId="Web-{801CF15B-BB4F-535A-6F3F-8A55C9136742}" dt="2023-05-05T11:00:22.044" v="0"/>
          <ac:picMkLst>
            <pc:docMk/>
            <pc:sldMk cId="0" sldId="256"/>
            <ac:picMk id="9" creationId="{F52A576B-ADDA-9BCF-EA9D-5268A614C684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0EDC699C-0CBE-13E5-A5C0-F6F90CB2C9DB}"/>
    <pc:docChg chg="modSld">
      <pc:chgData name="MARCELO JARDIM SOARES JUNIOR" userId="S::marcelo.junior.mj1@csn.com.br::e084be25-f1b7-44aa-a097-a73ec2417b13" providerId="AD" clId="Web-{0EDC699C-0CBE-13E5-A5C0-F6F90CB2C9DB}" dt="2023-09-18T14:15:32.330" v="41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0EDC699C-0CBE-13E5-A5C0-F6F90CB2C9DB}" dt="2023-09-18T14:15:32.330" v="41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0EDC699C-0CBE-13E5-A5C0-F6F90CB2C9DB}" dt="2023-09-18T14:15:15.954" v="38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0EDC699C-0CBE-13E5-A5C0-F6F90CB2C9DB}" dt="2023-09-18T14:15:32.330" v="41" actId="20577"/>
          <ac:spMkLst>
            <pc:docMk/>
            <pc:sldMk cId="2928551198" sldId="263"/>
            <ac:spMk id="18" creationId="{AD0D33DE-95D2-F2E7-3227-51D9D8D05060}"/>
          </ac:spMkLst>
        </pc:spChg>
        <pc:picChg chg="add mod">
          <ac:chgData name="MARCELO JARDIM SOARES JUNIOR" userId="S::marcelo.junior.mj1@csn.com.br::e084be25-f1b7-44aa-a097-a73ec2417b13" providerId="AD" clId="Web-{0EDC699C-0CBE-13E5-A5C0-F6F90CB2C9DB}" dt="2023-09-18T14:11:28.074" v="7" actId="14100"/>
          <ac:picMkLst>
            <pc:docMk/>
            <pc:sldMk cId="2928551198" sldId="263"/>
            <ac:picMk id="3" creationId="{EB283726-2C9E-A78F-B312-02C8B6AE8404}"/>
          </ac:picMkLst>
        </pc:picChg>
        <pc:picChg chg="add mod">
          <ac:chgData name="MARCELO JARDIM SOARES JUNIOR" userId="S::marcelo.junior.mj1@csn.com.br::e084be25-f1b7-44aa-a097-a73ec2417b13" providerId="AD" clId="Web-{0EDC699C-0CBE-13E5-A5C0-F6F90CB2C9DB}" dt="2023-09-18T14:14:22.969" v="9" actId="1076"/>
          <ac:picMkLst>
            <pc:docMk/>
            <pc:sldMk cId="2928551198" sldId="263"/>
            <ac:picMk id="5" creationId="{5BAFD402-DBBB-A4EC-C15A-7686A12346C3}"/>
          </ac:picMkLst>
        </pc:picChg>
        <pc:picChg chg="del">
          <ac:chgData name="MARCELO JARDIM SOARES JUNIOR" userId="S::marcelo.junior.mj1@csn.com.br::e084be25-f1b7-44aa-a097-a73ec2417b13" providerId="AD" clId="Web-{0EDC699C-0CBE-13E5-A5C0-F6F90CB2C9DB}" dt="2023-09-18T14:10:16.197" v="0"/>
          <ac:picMkLst>
            <pc:docMk/>
            <pc:sldMk cId="2928551198" sldId="263"/>
            <ac:picMk id="6" creationId="{2C14D7B8-2B1F-8D99-0930-474276490039}"/>
          </ac:picMkLst>
        </pc:picChg>
      </pc:sldChg>
    </pc:docChg>
  </pc:docChgLst>
  <pc:docChgLst>
    <pc:chgData name="MARIANA MATIAS MELENGATE" userId="S::mariana.melengate@csn.com.br::2ccf716e-76bf-4a28-9405-3486cc2f2957" providerId="AD" clId="Web-{724001D1-A2B6-BC47-6B56-F7110E05FB99}"/>
    <pc:docChg chg="modSld">
      <pc:chgData name="MARIANA MATIAS MELENGATE" userId="S::mariana.melengate@csn.com.br::2ccf716e-76bf-4a28-9405-3486cc2f2957" providerId="AD" clId="Web-{724001D1-A2B6-BC47-6B56-F7110E05FB99}" dt="2024-03-21T18:22:00.454" v="68" actId="1076"/>
      <pc:docMkLst>
        <pc:docMk/>
      </pc:docMkLst>
      <pc:sldChg chg="addSp delSp modSp">
        <pc:chgData name="MARIANA MATIAS MELENGATE" userId="S::mariana.melengate@csn.com.br::2ccf716e-76bf-4a28-9405-3486cc2f2957" providerId="AD" clId="Web-{724001D1-A2B6-BC47-6B56-F7110E05FB99}" dt="2024-03-21T18:21:32.376" v="58" actId="1076"/>
        <pc:sldMkLst>
          <pc:docMk/>
          <pc:sldMk cId="2928551198" sldId="263"/>
        </pc:sldMkLst>
        <pc:spChg chg="add del">
          <ac:chgData name="MARIANA MATIAS MELENGATE" userId="S::mariana.melengate@csn.com.br::2ccf716e-76bf-4a28-9405-3486cc2f2957" providerId="AD" clId="Web-{724001D1-A2B6-BC47-6B56-F7110E05FB99}" dt="2024-03-21T18:19:26.576" v="30"/>
          <ac:spMkLst>
            <pc:docMk/>
            <pc:sldMk cId="2928551198" sldId="263"/>
            <ac:spMk id="2" creationId="{C6512F8A-F212-2034-AFF2-F796773F015F}"/>
          </ac:spMkLst>
        </pc:spChg>
        <pc:spChg chg="add mod">
          <ac:chgData name="MARIANA MATIAS MELENGATE" userId="S::mariana.melengate@csn.com.br::2ccf716e-76bf-4a28-9405-3486cc2f2957" providerId="AD" clId="Web-{724001D1-A2B6-BC47-6B56-F7110E05FB99}" dt="2024-03-21T18:19:42.514" v="33" actId="1076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15.013" v="26" actId="14100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31.889" v="31" actId="14100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53.639" v="36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57.780" v="39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MARIANA MATIAS MELENGATE" userId="S::mariana.melengate@csn.com.br::2ccf716e-76bf-4a28-9405-3486cc2f2957" providerId="AD" clId="Web-{724001D1-A2B6-BC47-6B56-F7110E05FB99}" dt="2024-03-21T18:21:14.407" v="52" actId="14100"/>
          <ac:picMkLst>
            <pc:docMk/>
            <pc:sldMk cId="2928551198" sldId="263"/>
            <ac:picMk id="5" creationId="{BA4C9730-E183-3B49-97DC-EC95F45CE006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26.204" v="56" actId="1076"/>
          <ac:picMkLst>
            <pc:docMk/>
            <pc:sldMk cId="2928551198" sldId="263"/>
            <ac:picMk id="6" creationId="{22F32DE6-BEBB-8648-61EA-57863E0FC14A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22.735" v="55" actId="1076"/>
          <ac:picMkLst>
            <pc:docMk/>
            <pc:sldMk cId="2928551198" sldId="263"/>
            <ac:picMk id="7" creationId="{61F775D1-C2D9-5682-6879-726A76217553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32.376" v="58" actId="1076"/>
          <ac:picMkLst>
            <pc:docMk/>
            <pc:sldMk cId="2928551198" sldId="263"/>
            <ac:picMk id="8" creationId="{09AFF967-F72E-3265-BB88-FE88B453B2E7}"/>
          </ac:picMkLst>
        </pc:picChg>
      </pc:sldChg>
      <pc:sldChg chg="addSp delSp modSp">
        <pc:chgData name="MARIANA MATIAS MELENGATE" userId="S::mariana.melengate@csn.com.br::2ccf716e-76bf-4a28-9405-3486cc2f2957" providerId="AD" clId="Web-{724001D1-A2B6-BC47-6B56-F7110E05FB99}" dt="2024-03-21T18:22:00.454" v="68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724001D1-A2B6-BC47-6B56-F7110E05FB99}" dt="2024-03-21T18:20:03.655" v="40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20:08.358" v="42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20:15.374" v="4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20:17.702" v="45"/>
          <ac:spMkLst>
            <pc:docMk/>
            <pc:sldMk cId="3855834659" sldId="270"/>
            <ac:spMk id="193" creationId="{F043C486-EDEB-CF66-944F-16D2BD2B164C}"/>
          </ac:spMkLst>
        </pc:spChg>
        <pc:picChg chg="add">
          <ac:chgData name="MARIANA MATIAS MELENGATE" userId="S::mariana.melengate@csn.com.br::2ccf716e-76bf-4a28-9405-3486cc2f2957" providerId="AD" clId="Web-{724001D1-A2B6-BC47-6B56-F7110E05FB99}" dt="2024-03-21T18:21:36.188" v="59"/>
          <ac:picMkLst>
            <pc:docMk/>
            <pc:sldMk cId="3855834659" sldId="270"/>
            <ac:picMk id="6" creationId="{AD510388-452D-A8B3-D900-36B4B6A600C0}"/>
          </ac:picMkLst>
        </pc:picChg>
        <pc:picChg chg="del">
          <ac:chgData name="MARIANA MATIAS MELENGATE" userId="S::mariana.melengate@csn.com.br::2ccf716e-76bf-4a28-9405-3486cc2f2957" providerId="AD" clId="Web-{724001D1-A2B6-BC47-6B56-F7110E05FB99}" dt="2024-03-21T18:21:38.345" v="60"/>
          <ac:picMkLst>
            <pc:docMk/>
            <pc:sldMk cId="3855834659" sldId="270"/>
            <ac:picMk id="8" creationId="{D103FEF1-6EC9-6F3D-FFD3-652A7E355888}"/>
          </ac:picMkLst>
        </pc:picChg>
        <pc:picChg chg="del">
          <ac:chgData name="MARIANA MATIAS MELENGATE" userId="S::mariana.melengate@csn.com.br::2ccf716e-76bf-4a28-9405-3486cc2f2957" providerId="AD" clId="Web-{724001D1-A2B6-BC47-6B56-F7110E05FB99}" dt="2024-03-21T18:21:45.610" v="63"/>
          <ac:picMkLst>
            <pc:docMk/>
            <pc:sldMk cId="3855834659" sldId="270"/>
            <ac:picMk id="9" creationId="{5FCD6D16-C245-EBDD-F2F5-321C70BA35BE}"/>
          </ac:picMkLst>
        </pc:picChg>
        <pc:picChg chg="del">
          <ac:chgData name="MARIANA MATIAS MELENGATE" userId="S::mariana.melengate@csn.com.br::2ccf716e-76bf-4a28-9405-3486cc2f2957" providerId="AD" clId="Web-{724001D1-A2B6-BC47-6B56-F7110E05FB99}" dt="2024-03-21T18:21:51.517" v="66"/>
          <ac:picMkLst>
            <pc:docMk/>
            <pc:sldMk cId="3855834659" sldId="270"/>
            <ac:picMk id="13" creationId="{4297D288-25A5-32B9-26C7-F9AF4EB50D52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43.970" v="62" actId="1076"/>
          <ac:picMkLst>
            <pc:docMk/>
            <pc:sldMk cId="3855834659" sldId="270"/>
            <ac:picMk id="14" creationId="{496C557B-FED2-E582-0617-56BBD5A88CB7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49.923" v="65" actId="1076"/>
          <ac:picMkLst>
            <pc:docMk/>
            <pc:sldMk cId="3855834659" sldId="270"/>
            <ac:picMk id="16" creationId="{ECB6470F-D184-D828-E2D7-99803643A314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2:00.454" v="68" actId="1076"/>
          <ac:picMkLst>
            <pc:docMk/>
            <pc:sldMk cId="3855834659" sldId="270"/>
            <ac:picMk id="18" creationId="{ED214943-3C7B-A0E8-AA85-2E20817A59BE}"/>
          </ac:picMkLst>
        </pc:picChg>
      </pc:sldChg>
    </pc:docChg>
  </pc:docChgLst>
  <pc:docChgLst>
    <pc:chgData name="MARCELO JARDIM SOARES JUNIOR" userId="S::ccb5914@corp.csn.com.br::bc55f54c-67c1-4def-9c72-6702cba075ba" providerId="AD" clId="Web-{E391D85C-7BB2-B091-2109-98AD1A7F1CC2}"/>
    <pc:docChg chg="modSld">
      <pc:chgData name="MARCELO JARDIM SOARES JUNIOR" userId="S::ccb5914@corp.csn.com.br::bc55f54c-67c1-4def-9c72-6702cba075ba" providerId="AD" clId="Web-{E391D85C-7BB2-B091-2109-98AD1A7F1CC2}" dt="2024-08-13T10:37:29.532" v="95" actId="20577"/>
      <pc:docMkLst>
        <pc:docMk/>
      </pc:docMkLst>
      <pc:sldChg chg="addSp delSp modSp">
        <pc:chgData name="MARCELO JARDIM SOARES JUNIOR" userId="S::ccb5914@corp.csn.com.br::bc55f54c-67c1-4def-9c72-6702cba075ba" providerId="AD" clId="Web-{E391D85C-7BB2-B091-2109-98AD1A7F1CC2}" dt="2024-08-13T10:35:39.059" v="75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E391D85C-7BB2-B091-2109-98AD1A7F1CC2}" dt="2024-08-13T10:35:34.340" v="74" actId="20577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5:24.511" v="7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5:39.059" v="75" actId="20577"/>
          <ac:spMkLst>
            <pc:docMk/>
            <pc:sldMk cId="2928551198" sldId="263"/>
            <ac:spMk id="21" creationId="{15EB09F3-7AF2-A505-3872-CACB50B72911}"/>
          </ac:spMkLst>
        </pc:spChg>
        <pc:picChg chg="add mod modCrop">
          <ac:chgData name="MARCELO JARDIM SOARES JUNIOR" userId="S::ccb5914@corp.csn.com.br::bc55f54c-67c1-4def-9c72-6702cba075ba" providerId="AD" clId="Web-{E391D85C-7BB2-B091-2109-98AD1A7F1CC2}" dt="2024-08-13T10:33:51.945" v="11" actId="14100"/>
          <ac:picMkLst>
            <pc:docMk/>
            <pc:sldMk cId="2928551198" sldId="263"/>
            <ac:picMk id="2" creationId="{88808199-4143-5007-85D1-1B1F5CD26BF6}"/>
          </ac:picMkLst>
        </pc:picChg>
        <pc:picChg chg="del">
          <ac:chgData name="MARCELO JARDIM SOARES JUNIOR" userId="S::ccb5914@corp.csn.com.br::bc55f54c-67c1-4def-9c72-6702cba075ba" providerId="AD" clId="Web-{E391D85C-7BB2-B091-2109-98AD1A7F1CC2}" dt="2024-08-13T10:32:36.286" v="0"/>
          <ac:picMkLst>
            <pc:docMk/>
            <pc:sldMk cId="2928551198" sldId="263"/>
            <ac:picMk id="5" creationId="{BA4C9730-E183-3B49-97DC-EC95F45CE006}"/>
          </ac:picMkLst>
        </pc:picChg>
        <pc:picChg chg="del">
          <ac:chgData name="MARCELO JARDIM SOARES JUNIOR" userId="S::ccb5914@corp.csn.com.br::bc55f54c-67c1-4def-9c72-6702cba075ba" providerId="AD" clId="Web-{E391D85C-7BB2-B091-2109-98AD1A7F1CC2}" dt="2024-08-13T10:32:38.645" v="1"/>
          <ac:picMkLst>
            <pc:docMk/>
            <pc:sldMk cId="2928551198" sldId="263"/>
            <ac:picMk id="6" creationId="{22F32DE6-BEBB-8648-61EA-57863E0FC14A}"/>
          </ac:picMkLst>
        </pc:picChg>
        <pc:picChg chg="add mod">
          <ac:chgData name="MARCELO JARDIM SOARES JUNIOR" userId="S::ccb5914@corp.csn.com.br::bc55f54c-67c1-4def-9c72-6702cba075ba" providerId="AD" clId="Web-{E391D85C-7BB2-B091-2109-98AD1A7F1CC2}" dt="2024-08-13T10:34:12.586" v="15" actId="1076"/>
          <ac:picMkLst>
            <pc:docMk/>
            <pc:sldMk cId="2928551198" sldId="263"/>
            <ac:picMk id="10" creationId="{A738B490-82C1-3DCD-CC40-B65C3E170D15}"/>
          </ac:picMkLst>
        </pc:picChg>
      </pc:sldChg>
      <pc:sldChg chg="addSp delSp modSp">
        <pc:chgData name="MARCELO JARDIM SOARES JUNIOR" userId="S::ccb5914@corp.csn.com.br::bc55f54c-67c1-4def-9c72-6702cba075ba" providerId="AD" clId="Web-{E391D85C-7BB2-B091-2109-98AD1A7F1CC2}" dt="2024-08-13T10:37:29.532" v="95" actId="20577"/>
        <pc:sldMkLst>
          <pc:docMk/>
          <pc:sldMk cId="3855834659" sldId="270"/>
        </pc:sldMkLst>
        <pc:spChg chg="add mod ord">
          <ac:chgData name="MARCELO JARDIM SOARES JUNIOR" userId="S::ccb5914@corp.csn.com.br::bc55f54c-67c1-4def-9c72-6702cba075ba" providerId="AD" clId="Web-{E391D85C-7BB2-B091-2109-98AD1A7F1CC2}" dt="2024-08-13T10:36:48.593" v="90"/>
          <ac:spMkLst>
            <pc:docMk/>
            <pc:sldMk cId="3855834659" sldId="270"/>
            <ac:spMk id="8" creationId="{380E78B0-86BB-3E6A-0A33-A52E107119E8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7:29.532" v="95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7:12.390" v="94" actId="20577"/>
          <ac:spMkLst>
            <pc:docMk/>
            <pc:sldMk cId="3855834659" sldId="270"/>
            <ac:spMk id="190" creationId="{A62E69E9-13E5-80B6-732E-5CCB2CE7C6F6}"/>
          </ac:spMkLst>
        </pc:spChg>
        <pc:picChg chg="add mod">
          <ac:chgData name="MARCELO JARDIM SOARES JUNIOR" userId="S::ccb5914@corp.csn.com.br::bc55f54c-67c1-4def-9c72-6702cba075ba" providerId="AD" clId="Web-{E391D85C-7BB2-B091-2109-98AD1A7F1CC2}" dt="2024-08-13T10:36:51.608" v="91" actId="1076"/>
          <ac:picMkLst>
            <pc:docMk/>
            <pc:sldMk cId="3855834659" sldId="270"/>
            <ac:picMk id="6" creationId="{E242261A-C29C-74D0-853B-6F937FFCC3D7}"/>
          </ac:picMkLst>
        </pc:picChg>
        <pc:picChg chg="add del">
          <ac:chgData name="MARCELO JARDIM SOARES JUNIOR" userId="S::ccb5914@corp.csn.com.br::bc55f54c-67c1-4def-9c72-6702cba075ba" providerId="AD" clId="Web-{E391D85C-7BB2-B091-2109-98AD1A7F1CC2}" dt="2024-08-13T10:36:08.591" v="78"/>
          <ac:picMkLst>
            <pc:docMk/>
            <pc:sldMk cId="3855834659" sldId="270"/>
            <ac:picMk id="9" creationId="{22107647-9362-C91D-419E-6D80BCA85098}"/>
          </ac:picMkLst>
        </pc:picChg>
        <pc:picChg chg="add mod">
          <ac:chgData name="MARCELO JARDIM SOARES JUNIOR" userId="S::ccb5914@corp.csn.com.br::bc55f54c-67c1-4def-9c72-6702cba075ba" providerId="AD" clId="Web-{E391D85C-7BB2-B091-2109-98AD1A7F1CC2}" dt="2024-08-13T10:37:01.359" v="93" actId="1076"/>
          <ac:picMkLst>
            <pc:docMk/>
            <pc:sldMk cId="3855834659" sldId="270"/>
            <ac:picMk id="11" creationId="{010A3E3C-7106-5F01-5DE0-E5A9510BEA8E}"/>
          </ac:picMkLst>
        </pc:picChg>
        <pc:picChg chg="del">
          <ac:chgData name="MARCELO JARDIM SOARES JUNIOR" userId="S::ccb5914@corp.csn.com.br::bc55f54c-67c1-4def-9c72-6702cba075ba" providerId="AD" clId="Web-{E391D85C-7BB2-B091-2109-98AD1A7F1CC2}" dt="2024-08-13T10:36:22.045" v="83"/>
          <ac:picMkLst>
            <pc:docMk/>
            <pc:sldMk cId="3855834659" sldId="270"/>
            <ac:picMk id="15" creationId="{0613EF28-32BE-FAB6-F2B3-17DE41F3BC1F}"/>
          </ac:picMkLst>
        </pc:picChg>
      </pc:sldChg>
    </pc:docChg>
  </pc:docChgLst>
  <pc:docChgLst>
    <pc:chgData name="MARIANA MATIAS MELENGATE" userId="S::mariana.melengate@csn.com.br::2ccf716e-76bf-4a28-9405-3486cc2f2957" providerId="AD" clId="Web-{B9FB8B8A-F5BF-8F77-ADA4-671BB973FAE0}"/>
    <pc:docChg chg="modSld">
      <pc:chgData name="MARIANA MATIAS MELENGATE" userId="S::mariana.melengate@csn.com.br::2ccf716e-76bf-4a28-9405-3486cc2f2957" providerId="AD" clId="Web-{B9FB8B8A-F5BF-8F77-ADA4-671BB973FAE0}" dt="2023-03-08T14:36:49.221" v="38" actId="1076"/>
      <pc:docMkLst>
        <pc:docMk/>
      </pc:docMkLst>
      <pc:sldChg chg="addSp delSp modSp">
        <pc:chgData name="MARIANA MATIAS MELENGATE" userId="S::mariana.melengate@csn.com.br::2ccf716e-76bf-4a28-9405-3486cc2f2957" providerId="AD" clId="Web-{B9FB8B8A-F5BF-8F77-ADA4-671BB973FAE0}" dt="2023-03-08T14:36:49.221" v="38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9FB8B8A-F5BF-8F77-ADA4-671BB973FAE0}" dt="2023-03-08T14:36:36.955" v="3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9FB8B8A-F5BF-8F77-ADA4-671BB973FAE0}" dt="2023-03-08T14:36:41.080" v="35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B9FB8B8A-F5BF-8F77-ADA4-671BB973FAE0}" dt="2023-03-08T14:35:19.028" v="0"/>
          <ac:picMkLst>
            <pc:docMk/>
            <pc:sldMk cId="0" sldId="256"/>
            <ac:picMk id="2" creationId="{1076E64A-E689-378B-84CA-2E29D479B17E}"/>
          </ac:picMkLst>
        </pc:picChg>
        <pc:picChg chg="add mod">
          <ac:chgData name="MARIANA MATIAS MELENGATE" userId="S::mariana.melengate@csn.com.br::2ccf716e-76bf-4a28-9405-3486cc2f2957" providerId="AD" clId="Web-{B9FB8B8A-F5BF-8F77-ADA4-671BB973FAE0}" dt="2023-03-08T14:35:47.936" v="7" actId="14100"/>
          <ac:picMkLst>
            <pc:docMk/>
            <pc:sldMk cId="0" sldId="256"/>
            <ac:picMk id="4" creationId="{3EA6ED9E-CE01-0265-D2E2-40C6FBDC6DDD}"/>
          </ac:picMkLst>
        </pc:picChg>
        <pc:picChg chg="add mod">
          <ac:chgData name="MARIANA MATIAS MELENGATE" userId="S::mariana.melengate@csn.com.br::2ccf716e-76bf-4a28-9405-3486cc2f2957" providerId="AD" clId="Web-{B9FB8B8A-F5BF-8F77-ADA4-671BB973FAE0}" dt="2023-03-08T14:36:49.221" v="38" actId="1076"/>
          <ac:picMkLst>
            <pc:docMk/>
            <pc:sldMk cId="0" sldId="256"/>
            <ac:picMk id="6" creationId="{01E33EE0-ABD5-E6D8-F54C-CC71AE1EC1CC}"/>
          </ac:picMkLst>
        </pc:picChg>
        <pc:picChg chg="del">
          <ac:chgData name="MARIANA MATIAS MELENGATE" userId="S::mariana.melengate@csn.com.br::2ccf716e-76bf-4a28-9405-3486cc2f2957" providerId="AD" clId="Web-{B9FB8B8A-F5BF-8F77-ADA4-671BB973FAE0}" dt="2023-03-08T14:36:44.627" v="37"/>
          <ac:picMkLst>
            <pc:docMk/>
            <pc:sldMk cId="0" sldId="256"/>
            <ac:picMk id="7" creationId="{FCA0021F-2F85-299C-6B68-07838676A8F5}"/>
          </ac:picMkLst>
        </pc:picChg>
      </pc:sldChg>
    </pc:docChg>
  </pc:docChgLst>
  <pc:docChgLst>
    <pc:chgData name="WALLAS VIEIRA DE SOUZA" userId="S::wallas.souza@csn.com.br::56311778-7ab8-4917-b611-78d2dfffb942" providerId="AD" clId="Web-{5B1261DB-A5DB-4A4F-9A61-5BD73E9425F5}"/>
    <pc:docChg chg="delSld modSld">
      <pc:chgData name="WALLAS VIEIRA DE SOUZA" userId="S::wallas.souza@csn.com.br::56311778-7ab8-4917-b611-78d2dfffb942" providerId="AD" clId="Web-{5B1261DB-A5DB-4A4F-9A61-5BD73E9425F5}" dt="2023-09-30T12:45:28.046" v="108"/>
      <pc:docMkLst>
        <pc:docMk/>
      </pc:docMkLst>
      <pc:sldChg chg="addSp delSp modSp">
        <pc:chgData name="WALLAS VIEIRA DE SOUZA" userId="S::wallas.souza@csn.com.br::56311778-7ab8-4917-b611-78d2dfffb942" providerId="AD" clId="Web-{5B1261DB-A5DB-4A4F-9A61-5BD73E9425F5}" dt="2023-09-30T12:34:50.826" v="100" actId="1076"/>
        <pc:sldMkLst>
          <pc:docMk/>
          <pc:sldMk cId="2928551198" sldId="263"/>
        </pc:sldMkLst>
        <pc:spChg chg="mod">
          <ac:chgData name="WALLAS VIEIRA DE SOUZA" userId="S::wallas.souza@csn.com.br::56311778-7ab8-4917-b611-78d2dfffb942" providerId="AD" clId="Web-{5B1261DB-A5DB-4A4F-9A61-5BD73E9425F5}" dt="2023-09-30T12:26:00.076" v="45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WALLAS VIEIRA DE SOUZA" userId="S::wallas.souza@csn.com.br::56311778-7ab8-4917-b611-78d2dfffb942" providerId="AD" clId="Web-{5B1261DB-A5DB-4A4F-9A61-5BD73E9425F5}" dt="2023-09-30T12:28:35.066" v="56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WALLAS VIEIRA DE SOUZA" userId="S::wallas.souza@csn.com.br::56311778-7ab8-4917-b611-78d2dfffb942" providerId="AD" clId="Web-{5B1261DB-A5DB-4A4F-9A61-5BD73E9425F5}" dt="2023-09-30T12:26:37.282" v="50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WALLAS VIEIRA DE SOUZA" userId="S::wallas.souza@csn.com.br::56311778-7ab8-4917-b611-78d2dfffb942" providerId="AD" clId="Web-{5B1261DB-A5DB-4A4F-9A61-5BD73E9425F5}" dt="2023-09-30T12:29:17.677" v="61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WALLAS VIEIRA DE SOUZA" userId="S::wallas.souza@csn.com.br::56311778-7ab8-4917-b611-78d2dfffb942" providerId="AD" clId="Web-{5B1261DB-A5DB-4A4F-9A61-5BD73E9425F5}" dt="2023-09-30T12:30:02.882" v="79" actId="14100"/>
          <ac:picMkLst>
            <pc:docMk/>
            <pc:sldMk cId="2928551198" sldId="263"/>
            <ac:picMk id="2" creationId="{991B9E35-9E1C-6D02-E4F7-7B423714370A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19.961" v="6"/>
          <ac:picMkLst>
            <pc:docMk/>
            <pc:sldMk cId="2928551198" sldId="263"/>
            <ac:picMk id="3" creationId="{A7534D75-9A30-931C-6E65-5E8B62933EDB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21.008" v="7"/>
          <ac:picMkLst>
            <pc:docMk/>
            <pc:sldMk cId="2928551198" sldId="263"/>
            <ac:picMk id="5" creationId="{0601E951-3308-52BD-6927-965F5F172EB7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22.555" v="9"/>
          <ac:picMkLst>
            <pc:docMk/>
            <pc:sldMk cId="2928551198" sldId="263"/>
            <ac:picMk id="6" creationId="{6E511CC9-9119-B561-9E52-7B3AF6D725E6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21.774" v="8"/>
          <ac:picMkLst>
            <pc:docMk/>
            <pc:sldMk cId="2928551198" sldId="263"/>
            <ac:picMk id="7" creationId="{D881CE31-2D8F-8020-B3BC-3EA1858424C4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0:16.804" v="83" actId="14100"/>
          <ac:picMkLst>
            <pc:docMk/>
            <pc:sldMk cId="2928551198" sldId="263"/>
            <ac:picMk id="8" creationId="{0ADD95F7-7EED-AD01-530D-28CAAE2DFE28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29:41.397" v="72" actId="1076"/>
          <ac:picMkLst>
            <pc:docMk/>
            <pc:sldMk cId="2928551198" sldId="263"/>
            <ac:picMk id="10" creationId="{4110C5A0-DE22-36BA-7C57-5B666F1A875B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29:33.083" v="70" actId="1076"/>
          <ac:picMkLst>
            <pc:docMk/>
            <pc:sldMk cId="2928551198" sldId="263"/>
            <ac:picMk id="11" creationId="{A5E0E177-5A20-DD92-F240-EF121119314D}"/>
          </ac:picMkLst>
        </pc:picChg>
        <pc:picChg chg="add del mod">
          <ac:chgData name="WALLAS VIEIRA DE SOUZA" userId="S::wallas.souza@csn.com.br::56311778-7ab8-4917-b611-78d2dfffb942" providerId="AD" clId="Web-{5B1261DB-A5DB-4A4F-9A61-5BD73E9425F5}" dt="2023-09-30T12:30:54.867" v="87"/>
          <ac:picMkLst>
            <pc:docMk/>
            <pc:sldMk cId="2928551198" sldId="263"/>
            <ac:picMk id="12" creationId="{B0FFB518-746D-D15B-50AF-CF5D8D741949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1:27.384" v="93" actId="1076"/>
          <ac:picMkLst>
            <pc:docMk/>
            <pc:sldMk cId="2928551198" sldId="263"/>
            <ac:picMk id="13" creationId="{96613BE2-3AB5-2CF2-42F0-9BB084B5C1C8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1:53.041" v="98" actId="1076"/>
          <ac:picMkLst>
            <pc:docMk/>
            <pc:sldMk cId="2928551198" sldId="263"/>
            <ac:picMk id="14" creationId="{AAC9B635-3557-F600-5A22-F1FBFD377441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1:44.618" v="97" actId="1076"/>
          <ac:picMkLst>
            <pc:docMk/>
            <pc:sldMk cId="2928551198" sldId="263"/>
            <ac:picMk id="22" creationId="{FDC1F668-4351-C69A-F3FE-4A86AF0643AA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4:50.826" v="100" actId="1076"/>
          <ac:picMkLst>
            <pc:docMk/>
            <pc:sldMk cId="2928551198" sldId="263"/>
            <ac:picMk id="23" creationId="{866E7BA5-E970-D392-6757-DD3E2D913583}"/>
          </ac:picMkLst>
        </pc:picChg>
      </pc:sldChg>
      <pc:sldChg chg="del">
        <pc:chgData name="WALLAS VIEIRA DE SOUZA" userId="S::wallas.souza@csn.com.br::56311778-7ab8-4917-b611-78d2dfffb942" providerId="AD" clId="Web-{5B1261DB-A5DB-4A4F-9A61-5BD73E9425F5}" dt="2023-09-30T12:45:28.046" v="108"/>
        <pc:sldMkLst>
          <pc:docMk/>
          <pc:sldMk cId="4223092705" sldId="264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46" v="107"/>
        <pc:sldMkLst>
          <pc:docMk/>
          <pc:sldMk cId="2820528927" sldId="265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30" v="106"/>
        <pc:sldMkLst>
          <pc:docMk/>
          <pc:sldMk cId="3747814646" sldId="266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30" v="105"/>
        <pc:sldMkLst>
          <pc:docMk/>
          <pc:sldMk cId="1666348567" sldId="267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14" v="104"/>
        <pc:sldMkLst>
          <pc:docMk/>
          <pc:sldMk cId="1561104802" sldId="268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7.999" v="103"/>
        <pc:sldMkLst>
          <pc:docMk/>
          <pc:sldMk cId="531927005" sldId="269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7.999" v="102"/>
        <pc:sldMkLst>
          <pc:docMk/>
          <pc:sldMk cId="2929055724" sldId="270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7.983" v="101"/>
        <pc:sldMkLst>
          <pc:docMk/>
          <pc:sldMk cId="639601480" sldId="271"/>
        </pc:sldMkLst>
      </pc:sldChg>
    </pc:docChg>
  </pc:docChgLst>
  <pc:docChgLst>
    <pc:chgData name="MARIANA MATIAS MELENGATE" userId="S::mariana.melengate@csn.com.br::2ccf716e-76bf-4a28-9405-3486cc2f2957" providerId="AD" clId="Web-{30E4C22C-0B51-2847-D7D4-B53B277D84F6}"/>
    <pc:docChg chg="modSld">
      <pc:chgData name="MARIANA MATIAS MELENGATE" userId="S::mariana.melengate@csn.com.br::2ccf716e-76bf-4a28-9405-3486cc2f2957" providerId="AD" clId="Web-{30E4C22C-0B51-2847-D7D4-B53B277D84F6}" dt="2023-03-15T18:40:58.601" v="6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0E4C22C-0B51-2847-D7D4-B53B277D84F6}" dt="2023-03-15T18:40:58.601" v="6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0E4C22C-0B51-2847-D7D4-B53B277D84F6}" dt="2023-03-15T18:40:02.193" v="6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0E4C22C-0B51-2847-D7D4-B53B277D84F6}" dt="2023-03-15T18:40:53.695" v="6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0E4C22C-0B51-2847-D7D4-B53B277D84F6}" dt="2023-03-15T18:40:58.601" v="69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0E4C22C-0B51-2847-D7D4-B53B277D84F6}" dt="2023-03-15T18:36:23.516" v="0"/>
          <ac:picMkLst>
            <pc:docMk/>
            <pc:sldMk cId="0" sldId="256"/>
            <ac:picMk id="2" creationId="{63E393AD-B72C-6BAD-22C7-FB80E234AE3F}"/>
          </ac:picMkLst>
        </pc:picChg>
        <pc:picChg chg="del">
          <ac:chgData name="MARIANA MATIAS MELENGATE" userId="S::mariana.melengate@csn.com.br::2ccf716e-76bf-4a28-9405-3486cc2f2957" providerId="AD" clId="Web-{30E4C22C-0B51-2847-D7D4-B53B277D84F6}" dt="2023-03-15T18:36:56.563" v="8"/>
          <ac:picMkLst>
            <pc:docMk/>
            <pc:sldMk cId="0" sldId="256"/>
            <ac:picMk id="4" creationId="{A2F70AC8-C301-0BD6-986E-85C56E69F177}"/>
          </ac:picMkLst>
        </pc:picChg>
        <pc:picChg chg="add mod">
          <ac:chgData name="MARIANA MATIAS MELENGATE" userId="S::mariana.melengate@csn.com.br::2ccf716e-76bf-4a28-9405-3486cc2f2957" providerId="AD" clId="Web-{30E4C22C-0B51-2847-D7D4-B53B277D84F6}" dt="2023-03-15T18:36:35.360" v="5" actId="1076"/>
          <ac:picMkLst>
            <pc:docMk/>
            <pc:sldMk cId="0" sldId="256"/>
            <ac:picMk id="5" creationId="{F3AAAE4D-DC24-120F-DDB5-F93798EA4A65}"/>
          </ac:picMkLst>
        </pc:picChg>
        <pc:picChg chg="add mod">
          <ac:chgData name="MARIANA MATIAS MELENGATE" userId="S::mariana.melengate@csn.com.br::2ccf716e-76bf-4a28-9405-3486cc2f2957" providerId="AD" clId="Web-{30E4C22C-0B51-2847-D7D4-B53B277D84F6}" dt="2023-03-15T18:37:00.251" v="9" actId="1076"/>
          <ac:picMkLst>
            <pc:docMk/>
            <pc:sldMk cId="0" sldId="256"/>
            <ac:picMk id="6" creationId="{11AC3D20-C2C6-645E-82FF-62354A9FB6E9}"/>
          </ac:picMkLst>
        </pc:picChg>
        <pc:picChg chg="add mod">
          <ac:chgData name="MARIANA MATIAS MELENGATE" userId="S::mariana.melengate@csn.com.br::2ccf716e-76bf-4a28-9405-3486cc2f2957" providerId="AD" clId="Web-{30E4C22C-0B51-2847-D7D4-B53B277D84F6}" dt="2023-03-15T18:38:48.129" v="62" actId="1076"/>
          <ac:picMkLst>
            <pc:docMk/>
            <pc:sldMk cId="0" sldId="256"/>
            <ac:picMk id="7" creationId="{0E843FDC-A507-8F16-B99C-03EB9592DB7D}"/>
          </ac:picMkLst>
        </pc:picChg>
      </pc:sldChg>
    </pc:docChg>
  </pc:docChgLst>
  <pc:docChgLst>
    <pc:chgData name="MARIANA MATIAS MELENGATE" userId="S::mariana.melengate@csn.com.br::2ccf716e-76bf-4a28-9405-3486cc2f2957" providerId="AD" clId="Web-{FB4AB795-CEB1-45C3-BE6D-5686C8BDA5BF}"/>
    <pc:docChg chg="modSld">
      <pc:chgData name="MARIANA MATIAS MELENGATE" userId="S::mariana.melengate@csn.com.br::2ccf716e-76bf-4a28-9405-3486cc2f2957" providerId="AD" clId="Web-{FB4AB795-CEB1-45C3-BE6D-5686C8BDA5BF}" dt="2023-03-15T11:13:53.287" v="39" actId="20577"/>
      <pc:docMkLst>
        <pc:docMk/>
      </pc:docMkLst>
      <pc:sldChg chg="addSp modSp">
        <pc:chgData name="MARIANA MATIAS MELENGATE" userId="S::mariana.melengate@csn.com.br::2ccf716e-76bf-4a28-9405-3486cc2f2957" providerId="AD" clId="Web-{FB4AB795-CEB1-45C3-BE6D-5686C8BDA5BF}" dt="2023-03-15T11:13:53.287" v="3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B4AB795-CEB1-45C3-BE6D-5686C8BDA5BF}" dt="2023-03-15T11:12:33.847" v="3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B4AB795-CEB1-45C3-BE6D-5686C8BDA5BF}" dt="2023-03-15T11:13:53.287" v="3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B4AB795-CEB1-45C3-BE6D-5686C8BDA5BF}" dt="2023-03-15T11:13:03.473" v="34" actId="1076"/>
          <ac:picMkLst>
            <pc:docMk/>
            <pc:sldMk cId="0" sldId="256"/>
            <ac:picMk id="2" creationId="{63E393AD-B72C-6BAD-22C7-FB80E234AE3F}"/>
          </ac:picMkLst>
        </pc:picChg>
        <pc:picChg chg="add mod">
          <ac:chgData name="MARIANA MATIAS MELENGATE" userId="S::mariana.melengate@csn.com.br::2ccf716e-76bf-4a28-9405-3486cc2f2957" providerId="AD" clId="Web-{FB4AB795-CEB1-45C3-BE6D-5686C8BDA5BF}" dt="2023-03-15T11:13:36.803" v="37" actId="1076"/>
          <ac:picMkLst>
            <pc:docMk/>
            <pc:sldMk cId="0" sldId="256"/>
            <ac:picMk id="4" creationId="{A2F70AC8-C301-0BD6-986E-85C56E69F177}"/>
          </ac:picMkLst>
        </pc:picChg>
      </pc:sldChg>
    </pc:docChg>
  </pc:docChgLst>
  <pc:docChgLst>
    <pc:chgData name="MARIANA MATIAS MELENGATE" userId="S::mariana.melengate@csn.com.br::2ccf716e-76bf-4a28-9405-3486cc2f2957" providerId="AD" clId="Web-{BD80916E-58CD-EA52-E28B-1584EA086215}"/>
    <pc:docChg chg="addSld modSld">
      <pc:chgData name="MARIANA MATIAS MELENGATE" userId="S::mariana.melengate@csn.com.br::2ccf716e-76bf-4a28-9405-3486cc2f2957" providerId="AD" clId="Web-{BD80916E-58CD-EA52-E28B-1584EA086215}" dt="2024-04-17T18:09:43.833" v="121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D80916E-58CD-EA52-E28B-1584EA086215}" dt="2024-04-17T18:09:43.833" v="121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BD80916E-58CD-EA52-E28B-1584EA086215}" dt="2024-04-17T18:09:30.801" v="115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34.848" v="117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40.443" v="119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43.833" v="121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BD80916E-58CD-EA52-E28B-1584EA086215}" dt="2024-04-17T18:03:52.914" v="5" actId="1076"/>
          <ac:picMkLst>
            <pc:docMk/>
            <pc:sldMk cId="3855834659" sldId="270"/>
            <ac:picMk id="2" creationId="{5C0EE682-A8DE-1DC3-A7B7-C7B0ED88E490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4:03.992" v="8" actId="1076"/>
          <ac:picMkLst>
            <pc:docMk/>
            <pc:sldMk cId="3855834659" sldId="270"/>
            <ac:picMk id="6" creationId="{66E5E0FC-C68B-FFF0-ADB0-F9C4F0296318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4:21.649" v="13" actId="14100"/>
          <ac:picMkLst>
            <pc:docMk/>
            <pc:sldMk cId="3855834659" sldId="270"/>
            <ac:picMk id="8" creationId="{FDEF7AC4-5746-85F3-259A-7A8183E851E8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4:34.556" v="15" actId="1076"/>
          <ac:picMkLst>
            <pc:docMk/>
            <pc:sldMk cId="3855834659" sldId="270"/>
            <ac:picMk id="9" creationId="{D3BA0C31-CE6B-94AD-F9DA-8F6C622C65DE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3:35.538" v="0"/>
          <ac:picMkLst>
            <pc:docMk/>
            <pc:sldMk cId="3855834659" sldId="270"/>
            <ac:picMk id="11" creationId="{4DC54980-A99A-AA02-5F4F-E95549BC171B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3:55.836" v="6"/>
          <ac:picMkLst>
            <pc:docMk/>
            <pc:sldMk cId="3855834659" sldId="270"/>
            <ac:picMk id="13" creationId="{8373E7C9-D90A-A842-536E-A032ABEE6C0F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4:06.992" v="9"/>
          <ac:picMkLst>
            <pc:docMk/>
            <pc:sldMk cId="3855834659" sldId="270"/>
            <ac:picMk id="14" creationId="{5AE45D43-EF14-DEE1-472C-E2841D60B4C4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4:08.992" v="10"/>
          <ac:picMkLst>
            <pc:docMk/>
            <pc:sldMk cId="3855834659" sldId="270"/>
            <ac:picMk id="15" creationId="{48D07EDD-5CE1-475A-F192-D9182F3583A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BD80916E-58CD-EA52-E28B-1584EA086215}" dt="2024-04-17T18:09:27.036" v="113" actId="20577"/>
        <pc:sldMkLst>
          <pc:docMk/>
          <pc:sldMk cId="2477264968" sldId="289"/>
        </pc:sldMkLst>
        <pc:spChg chg="mod">
          <ac:chgData name="MARIANA MATIAS MELENGATE" userId="S::mariana.melengate@csn.com.br::2ccf716e-76bf-4a28-9405-3486cc2f2957" providerId="AD" clId="Web-{BD80916E-58CD-EA52-E28B-1584EA086215}" dt="2024-04-17T18:09:27.036" v="113" actId="20577"/>
          <ac:spMkLst>
            <pc:docMk/>
            <pc:sldMk cId="2477264968" sldId="289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24.582" v="112" actId="20577"/>
          <ac:spMkLst>
            <pc:docMk/>
            <pc:sldMk cId="2477264968" sldId="289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15.082" v="108" actId="20577"/>
          <ac:spMkLst>
            <pc:docMk/>
            <pc:sldMk cId="2477264968" sldId="289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20.582" v="110" actId="20577"/>
          <ac:spMkLst>
            <pc:docMk/>
            <pc:sldMk cId="2477264968" sldId="289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BD80916E-58CD-EA52-E28B-1584EA086215}" dt="2024-04-17T18:06:14.966" v="67"/>
          <ac:picMkLst>
            <pc:docMk/>
            <pc:sldMk cId="2477264968" sldId="289"/>
            <ac:picMk id="2" creationId="{5C0EE682-A8DE-1DC3-A7B7-C7B0ED88E490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6:25.966" v="71"/>
          <ac:picMkLst>
            <pc:docMk/>
            <pc:sldMk cId="2477264968" sldId="289"/>
            <ac:picMk id="6" creationId="{66E5E0FC-C68B-FFF0-ADB0-F9C4F0296318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6:56.733" v="79"/>
          <ac:picMkLst>
            <pc:docMk/>
            <pc:sldMk cId="2477264968" sldId="289"/>
            <ac:picMk id="8" creationId="{FDEF7AC4-5746-85F3-259A-7A8183E851E8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7:04.640" v="82"/>
          <ac:picMkLst>
            <pc:docMk/>
            <pc:sldMk cId="2477264968" sldId="289"/>
            <ac:picMk id="9" creationId="{D3BA0C31-CE6B-94AD-F9DA-8F6C622C65DE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6:51.436" v="78" actId="1076"/>
          <ac:picMkLst>
            <pc:docMk/>
            <pc:sldMk cId="2477264968" sldId="289"/>
            <ac:picMk id="11" creationId="{AF414F24-F708-2C4A-6BC0-D3F3BAD7E72C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6:42.045" v="75" actId="1076"/>
          <ac:picMkLst>
            <pc:docMk/>
            <pc:sldMk cId="2477264968" sldId="289"/>
            <ac:picMk id="12" creationId="{0CF066B6-9E5D-0F75-BD07-47A102835805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7:01.733" v="81" actId="1076"/>
          <ac:picMkLst>
            <pc:docMk/>
            <pc:sldMk cId="2477264968" sldId="289"/>
            <ac:picMk id="13" creationId="{B01CFE31-155E-1AA2-E2EF-104C38C88CE0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7:13.968" v="84" actId="1076"/>
          <ac:picMkLst>
            <pc:docMk/>
            <pc:sldMk cId="2477264968" sldId="289"/>
            <ac:picMk id="14" creationId="{692FE7C8-59FD-3C0C-539E-02D2A3EEF19F}"/>
          </ac:picMkLst>
        </pc:picChg>
      </pc:sldChg>
    </pc:docChg>
  </pc:docChgLst>
  <pc:docChgLst>
    <pc:chgData name="MARIANA MATIAS MELENGATE" userId="S::mariana.melengate@csn.com.br::2ccf716e-76bf-4a28-9405-3486cc2f2957" providerId="AD" clId="Web-{F2B1E8CE-8966-7FB8-C93B-0882F017A7D7}"/>
    <pc:docChg chg="modSld">
      <pc:chgData name="MARIANA MATIAS MELENGATE" userId="S::mariana.melengate@csn.com.br::2ccf716e-76bf-4a28-9405-3486cc2f2957" providerId="AD" clId="Web-{F2B1E8CE-8966-7FB8-C93B-0882F017A7D7}" dt="2023-05-24T14:19:44.514" v="442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2B1E8CE-8966-7FB8-C93B-0882F017A7D7}" dt="2023-05-24T14:16:45.791" v="40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2B1E8CE-8966-7FB8-C93B-0882F017A7D7}" dt="2023-05-24T14:16:45.791" v="40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6:40.931" v="406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6:30.759" v="404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6:38.556" v="405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2B1E8CE-8966-7FB8-C93B-0882F017A7D7}" dt="2023-05-24T13:34:06.541" v="0"/>
          <ac:picMkLst>
            <pc:docMk/>
            <pc:sldMk cId="0" sldId="256"/>
            <ac:picMk id="2" creationId="{FA194EB7-43CA-1342-9A38-C47FC9EB5187}"/>
          </ac:picMkLst>
        </pc:picChg>
        <pc:picChg chg="del">
          <ac:chgData name="MARIANA MATIAS MELENGATE" userId="S::mariana.melengate@csn.com.br::2ccf716e-76bf-4a28-9405-3486cc2f2957" providerId="AD" clId="Web-{F2B1E8CE-8966-7FB8-C93B-0882F017A7D7}" dt="2023-05-24T13:36:33.795" v="74"/>
          <ac:picMkLst>
            <pc:docMk/>
            <pc:sldMk cId="0" sldId="256"/>
            <ac:picMk id="4" creationId="{7C21475B-5345-DD2E-661A-E8AF556E6C9A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4:16.869" v="3" actId="1076"/>
          <ac:picMkLst>
            <pc:docMk/>
            <pc:sldMk cId="0" sldId="256"/>
            <ac:picMk id="5" creationId="{2633FF63-4A14-E336-7022-A3AF2E79B943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5:14.324" v="42" actId="1076"/>
          <ac:picMkLst>
            <pc:docMk/>
            <pc:sldMk cId="0" sldId="256"/>
            <ac:picMk id="6" creationId="{2AB34405-5267-F182-9F27-E790D598C553}"/>
          </ac:picMkLst>
        </pc:picChg>
        <pc:picChg chg="del">
          <ac:chgData name="MARIANA MATIAS MELENGATE" userId="S::mariana.melengate@csn.com.br::2ccf716e-76bf-4a28-9405-3486cc2f2957" providerId="AD" clId="Web-{F2B1E8CE-8966-7FB8-C93B-0882F017A7D7}" dt="2023-05-24T13:35:08.589" v="40"/>
          <ac:picMkLst>
            <pc:docMk/>
            <pc:sldMk cId="0" sldId="256"/>
            <ac:picMk id="7" creationId="{96975C21-18A6-015E-AC96-A6B8E5346066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6:29.216" v="73" actId="1076"/>
          <ac:picMkLst>
            <pc:docMk/>
            <pc:sldMk cId="0" sldId="256"/>
            <ac:picMk id="8" creationId="{6DE2A5A2-F683-4720-D976-B3ED35112EA5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6:39.889" v="76" actId="1076"/>
          <ac:picMkLst>
            <pc:docMk/>
            <pc:sldMk cId="0" sldId="256"/>
            <ac:picMk id="9" creationId="{F0CED77A-3BFA-B623-8FFE-7A2FD659B4FF}"/>
          </ac:picMkLst>
        </pc:picChg>
        <pc:picChg chg="del">
          <ac:chgData name="MARIANA MATIAS MELENGATE" userId="S::mariana.melengate@csn.com.br::2ccf716e-76bf-4a28-9405-3486cc2f2957" providerId="AD" clId="Web-{F2B1E8CE-8966-7FB8-C93B-0882F017A7D7}" dt="2023-05-24T13:36:21.107" v="70"/>
          <ac:picMkLst>
            <pc:docMk/>
            <pc:sldMk cId="0" sldId="256"/>
            <ac:picMk id="10" creationId="{12D93602-488C-0A7D-C05E-7ABC21A03ABE}"/>
          </ac:picMkLst>
        </pc:picChg>
      </pc:sldChg>
      <pc:sldChg chg="addSp modSp">
        <pc:chgData name="MARIANA MATIAS MELENGATE" userId="S::mariana.melengate@csn.com.br::2ccf716e-76bf-4a28-9405-3486cc2f2957" providerId="AD" clId="Web-{F2B1E8CE-8966-7FB8-C93B-0882F017A7D7}" dt="2023-05-24T14:18:05.074" v="425" actId="20577"/>
        <pc:sldMkLst>
          <pc:docMk/>
          <pc:sldMk cId="2583724520" sldId="257"/>
        </pc:sldMkLst>
        <pc:spChg chg="mod">
          <ac:chgData name="MARIANA MATIAS MELENGATE" userId="S::mariana.melengate@csn.com.br::2ccf716e-76bf-4a28-9405-3486cc2f2957" providerId="AD" clId="Web-{F2B1E8CE-8966-7FB8-C93B-0882F017A7D7}" dt="2023-05-24T14:17:39.026" v="418" actId="20577"/>
          <ac:spMkLst>
            <pc:docMk/>
            <pc:sldMk cId="2583724520" sldId="25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54.511" v="421" actId="20577"/>
          <ac:spMkLst>
            <pc:docMk/>
            <pc:sldMk cId="2583724520" sldId="25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00.292" v="423" actId="20577"/>
          <ac:spMkLst>
            <pc:docMk/>
            <pc:sldMk cId="2583724520" sldId="25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05.074" v="425" actId="20577"/>
          <ac:spMkLst>
            <pc:docMk/>
            <pc:sldMk cId="2583724520" sldId="257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41:10.286" v="188" actId="14100"/>
          <ac:picMkLst>
            <pc:docMk/>
            <pc:sldMk cId="2583724520" sldId="257"/>
            <ac:picMk id="2" creationId="{211372DA-386C-3F4F-21A0-2A67453BDD4E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1:21.770" v="190" actId="1076"/>
          <ac:picMkLst>
            <pc:docMk/>
            <pc:sldMk cId="2583724520" sldId="257"/>
            <ac:picMk id="4" creationId="{7C58AD23-4F6F-F299-5C30-3A5FD5603E95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2:41.991" v="217" actId="14100"/>
          <ac:picMkLst>
            <pc:docMk/>
            <pc:sldMk cId="2583724520" sldId="257"/>
            <ac:picMk id="5" creationId="{C3C88046-ABC0-7318-11B8-414B45D274CA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2:49.695" v="219" actId="1076"/>
          <ac:picMkLst>
            <pc:docMk/>
            <pc:sldMk cId="2583724520" sldId="257"/>
            <ac:picMk id="6" creationId="{D8229C36-F1F2-E7E6-696F-AFA9349A9683}"/>
          </ac:picMkLst>
        </pc:picChg>
      </pc:sldChg>
      <pc:sldChg chg="addSp modSp">
        <pc:chgData name="MARIANA MATIAS MELENGATE" userId="S::mariana.melengate@csn.com.br::2ccf716e-76bf-4a28-9405-3486cc2f2957" providerId="AD" clId="Web-{F2B1E8CE-8966-7FB8-C93B-0882F017A7D7}" dt="2023-05-24T14:17:26.792" v="416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F2B1E8CE-8966-7FB8-C93B-0882F017A7D7}" dt="2023-05-24T14:16:55.822" v="409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04.338" v="411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11.572" v="413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26.792" v="416" actId="20577"/>
          <ac:spMkLst>
            <pc:docMk/>
            <pc:sldMk cId="4269806723" sldId="258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37:45.265" v="120" actId="1076"/>
          <ac:picMkLst>
            <pc:docMk/>
            <pc:sldMk cId="4269806723" sldId="258"/>
            <ac:picMk id="2" creationId="{B8F4CFB1-1382-21D8-7427-71488A83A893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7:50.953" v="122" actId="1076"/>
          <ac:picMkLst>
            <pc:docMk/>
            <pc:sldMk cId="4269806723" sldId="258"/>
            <ac:picMk id="4" creationId="{FAC097AB-80BE-DDA1-4497-CA4D9E039067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9:41.080" v="151" actId="1076"/>
          <ac:picMkLst>
            <pc:docMk/>
            <pc:sldMk cId="4269806723" sldId="258"/>
            <ac:picMk id="5" creationId="{3BE8D94A-96DA-1F06-0FD3-56A87AFF0F9B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9:47.502" v="153" actId="1076"/>
          <ac:picMkLst>
            <pc:docMk/>
            <pc:sldMk cId="4269806723" sldId="258"/>
            <ac:picMk id="6" creationId="{9CA5DE25-DA0F-E656-A1DB-BFC0C2F79420}"/>
          </ac:picMkLst>
        </pc:picChg>
      </pc:sldChg>
      <pc:sldChg chg="addSp delSp modSp">
        <pc:chgData name="MARIANA MATIAS MELENGATE" userId="S::mariana.melengate@csn.com.br::2ccf716e-76bf-4a28-9405-3486cc2f2957" providerId="AD" clId="Web-{F2B1E8CE-8966-7FB8-C93B-0882F017A7D7}" dt="2023-05-24T14:18:48.387" v="434" actId="20577"/>
        <pc:sldMkLst>
          <pc:docMk/>
          <pc:sldMk cId="3063489698" sldId="259"/>
        </pc:sldMkLst>
        <pc:spChg chg="mod">
          <ac:chgData name="MARIANA MATIAS MELENGATE" userId="S::mariana.melengate@csn.com.br::2ccf716e-76bf-4a28-9405-3486cc2f2957" providerId="AD" clId="Web-{F2B1E8CE-8966-7FB8-C93B-0882F017A7D7}" dt="2023-05-24T14:18:20.027" v="427" actId="20577"/>
          <ac:spMkLst>
            <pc:docMk/>
            <pc:sldMk cId="3063489698" sldId="259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28.043" v="429" actId="20577"/>
          <ac:spMkLst>
            <pc:docMk/>
            <pc:sldMk cId="3063489698" sldId="259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35.293" v="431" actId="20577"/>
          <ac:spMkLst>
            <pc:docMk/>
            <pc:sldMk cId="3063489698" sldId="259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48.387" v="434" actId="20577"/>
          <ac:spMkLst>
            <pc:docMk/>
            <pc:sldMk cId="3063489698" sldId="259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44:22.462" v="255" actId="1076"/>
          <ac:picMkLst>
            <pc:docMk/>
            <pc:sldMk cId="3063489698" sldId="259"/>
            <ac:picMk id="2" creationId="{BB5ADDC9-2D79-515B-FA80-A35139B60504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4:30.119" v="257" actId="1076"/>
          <ac:picMkLst>
            <pc:docMk/>
            <pc:sldMk cId="3063489698" sldId="259"/>
            <ac:picMk id="4" creationId="{F30DF219-03A5-2A40-B58B-7AA8A11CDDBE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4:12:31.534" v="390"/>
          <ac:picMkLst>
            <pc:docMk/>
            <pc:sldMk cId="3063489698" sldId="259"/>
            <ac:picMk id="5" creationId="{B0D881F2-304A-A43B-DD06-8B41A4A62BC5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4:13:25.754" v="396"/>
          <ac:picMkLst>
            <pc:docMk/>
            <pc:sldMk cId="3063489698" sldId="259"/>
            <ac:picMk id="6" creationId="{550D263A-F38F-E1AA-CBBF-C34B337A19D7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4:13:22.629" v="395" actId="1076"/>
          <ac:picMkLst>
            <pc:docMk/>
            <pc:sldMk cId="3063489698" sldId="259"/>
            <ac:picMk id="7" creationId="{1B7463EF-5B13-9E1C-B880-5E1F267C5ABD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4:13:33.645" v="398" actId="1076"/>
          <ac:picMkLst>
            <pc:docMk/>
            <pc:sldMk cId="3063489698" sldId="259"/>
            <ac:picMk id="8" creationId="{1F6B9F17-10B5-D638-8E80-2C5286C00918}"/>
          </ac:picMkLst>
        </pc:picChg>
      </pc:sldChg>
      <pc:sldChg chg="addSp delSp modSp">
        <pc:chgData name="MARIANA MATIAS MELENGATE" userId="S::mariana.melengate@csn.com.br::2ccf716e-76bf-4a28-9405-3486cc2f2957" providerId="AD" clId="Web-{F2B1E8CE-8966-7FB8-C93B-0882F017A7D7}" dt="2023-05-24T14:19:44.514" v="442" actId="20577"/>
        <pc:sldMkLst>
          <pc:docMk/>
          <pc:sldMk cId="975814026" sldId="260"/>
        </pc:sldMkLst>
        <pc:spChg chg="mod">
          <ac:chgData name="MARIANA MATIAS MELENGATE" userId="S::mariana.melengate@csn.com.br::2ccf716e-76bf-4a28-9405-3486cc2f2957" providerId="AD" clId="Web-{F2B1E8CE-8966-7FB8-C93B-0882F017A7D7}" dt="2023-05-24T14:19:21.560" v="436" actId="20577"/>
          <ac:spMkLst>
            <pc:docMk/>
            <pc:sldMk cId="975814026" sldId="260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9:29.060" v="438" actId="20577"/>
          <ac:spMkLst>
            <pc:docMk/>
            <pc:sldMk cId="975814026" sldId="260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9:37.982" v="440" actId="20577"/>
          <ac:spMkLst>
            <pc:docMk/>
            <pc:sldMk cId="975814026" sldId="260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9:44.514" v="442" actId="20577"/>
          <ac:spMkLst>
            <pc:docMk/>
            <pc:sldMk cId="975814026" sldId="260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47:11.248" v="366" actId="14100"/>
          <ac:picMkLst>
            <pc:docMk/>
            <pc:sldMk cId="975814026" sldId="260"/>
            <ac:picMk id="2" creationId="{7C9C6338-DDDE-BC80-320B-276CFE5EC68E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7:20.732" v="368" actId="1076"/>
          <ac:picMkLst>
            <pc:docMk/>
            <pc:sldMk cId="975814026" sldId="260"/>
            <ac:picMk id="4" creationId="{50925B72-C6A4-5060-0B92-C47CE05705C1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3:55:39.510" v="379"/>
          <ac:picMkLst>
            <pc:docMk/>
            <pc:sldMk cId="975814026" sldId="260"/>
            <ac:picMk id="5" creationId="{C369AB6B-2AA5-4CD0-2DEA-1F82C4F46140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3:56:07.432" v="388"/>
          <ac:picMkLst>
            <pc:docMk/>
            <pc:sldMk cId="975814026" sldId="260"/>
            <ac:picMk id="6" creationId="{BA4C55C5-1FE5-D037-8482-1CD60EE53FC9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55:57.620" v="386" actId="1076"/>
          <ac:picMkLst>
            <pc:docMk/>
            <pc:sldMk cId="975814026" sldId="260"/>
            <ac:picMk id="7" creationId="{170AB3EC-82C9-D288-6AEA-DE9457BC8614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56:11.042" v="389" actId="1076"/>
          <ac:picMkLst>
            <pc:docMk/>
            <pc:sldMk cId="975814026" sldId="260"/>
            <ac:picMk id="8" creationId="{3889CAC4-AB5D-545F-DD78-34CFF77020DA}"/>
          </ac:picMkLst>
        </pc:picChg>
      </pc:sldChg>
    </pc:docChg>
  </pc:docChgLst>
  <pc:docChgLst>
    <pc:chgData name="MARIANA MATIAS MELENGATE" userId="S::mariana.melengate@csn.com.br::2ccf716e-76bf-4a28-9405-3486cc2f2957" providerId="AD" clId="Web-{6820870B-A7C3-F968-5F3A-097D9D52A799}"/>
    <pc:docChg chg="modSld">
      <pc:chgData name="MARIANA MATIAS MELENGATE" userId="S::mariana.melengate@csn.com.br::2ccf716e-76bf-4a28-9405-3486cc2f2957" providerId="AD" clId="Web-{6820870B-A7C3-F968-5F3A-097D9D52A799}" dt="2023-04-06T12:48:22.276" v="5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820870B-A7C3-F968-5F3A-097D9D52A799}" dt="2023-04-06T12:48:22.276" v="59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6820870B-A7C3-F968-5F3A-097D9D52A799}" dt="2023-04-06T12:34:40.257" v="3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6820870B-A7C3-F968-5F3A-097D9D52A799}" dt="2023-04-06T12:34:53.367" v="37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6820870B-A7C3-F968-5F3A-097D9D52A799}" dt="2023-04-06T12:48:10.354" v="55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6820870B-A7C3-F968-5F3A-097D9D52A799}" dt="2023-04-06T12:48:22.276" v="59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IANA MATIAS MELENGATE" userId="S::mariana.melengate@csn.com.br::2ccf716e-76bf-4a28-9405-3486cc2f2957" providerId="AD" clId="Web-{6820870B-A7C3-F968-5F3A-097D9D52A799}" dt="2023-04-06T12:36:43.432" v="38"/>
          <ac:picMkLst>
            <pc:docMk/>
            <pc:sldMk cId="2928551198" sldId="263"/>
            <ac:picMk id="2" creationId="{0BB155D3-59D2-91C9-B5A1-3238E86B27B3}"/>
          </ac:picMkLst>
        </pc:picChg>
        <pc:picChg chg="del">
          <ac:chgData name="MARIANA MATIAS MELENGATE" userId="S::mariana.melengate@csn.com.br::2ccf716e-76bf-4a28-9405-3486cc2f2957" providerId="AD" clId="Web-{6820870B-A7C3-F968-5F3A-097D9D52A799}" dt="2023-04-06T12:37:02.448" v="44"/>
          <ac:picMkLst>
            <pc:docMk/>
            <pc:sldMk cId="2928551198" sldId="263"/>
            <ac:picMk id="3" creationId="{478E1D7A-AE1A-5DE8-B1B7-F9CFE6085605}"/>
          </ac:picMkLst>
        </pc:picChg>
        <pc:picChg chg="del">
          <ac:chgData name="MARIANA MATIAS MELENGATE" userId="S::mariana.melengate@csn.com.br::2ccf716e-76bf-4a28-9405-3486cc2f2957" providerId="AD" clId="Web-{6820870B-A7C3-F968-5F3A-097D9D52A799}" dt="2023-04-06T12:47:38.759" v="46"/>
          <ac:picMkLst>
            <pc:docMk/>
            <pc:sldMk cId="2928551198" sldId="263"/>
            <ac:picMk id="5" creationId="{606ACF21-2AAB-D8A2-D9D6-FADA582B91B8}"/>
          </ac:picMkLst>
        </pc:picChg>
        <pc:picChg chg="del">
          <ac:chgData name="MARIANA MATIAS MELENGATE" userId="S::mariana.melengate@csn.com.br::2ccf716e-76bf-4a28-9405-3486cc2f2957" providerId="AD" clId="Web-{6820870B-A7C3-F968-5F3A-097D9D52A799}" dt="2023-04-06T12:47:51.603" v="50"/>
          <ac:picMkLst>
            <pc:docMk/>
            <pc:sldMk cId="2928551198" sldId="263"/>
            <ac:picMk id="6" creationId="{AC03720E-283C-F1AF-CDD7-E56C2D095937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36:56.385" v="42" actId="14100"/>
          <ac:picMkLst>
            <pc:docMk/>
            <pc:sldMk cId="2928551198" sldId="263"/>
            <ac:picMk id="7" creationId="{C80AEEA7-B78F-54A1-FEE3-DE7F98432878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37:05.620" v="45" actId="1076"/>
          <ac:picMkLst>
            <pc:docMk/>
            <pc:sldMk cId="2928551198" sldId="263"/>
            <ac:picMk id="8" creationId="{C8855BEC-584F-35BC-9763-8806031423A2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47:45.103" v="48" actId="1076"/>
          <ac:picMkLst>
            <pc:docMk/>
            <pc:sldMk cId="2928551198" sldId="263"/>
            <ac:picMk id="10" creationId="{5ECC916C-2846-F94C-005E-777581F83232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47:57.041" v="51" actId="1076"/>
          <ac:picMkLst>
            <pc:docMk/>
            <pc:sldMk cId="2928551198" sldId="263"/>
            <ac:picMk id="11" creationId="{48DF36DC-F4FF-D2D7-F65D-F5A89F195E91}"/>
          </ac:picMkLst>
        </pc:picChg>
      </pc:sldChg>
    </pc:docChg>
  </pc:docChgLst>
  <pc:docChgLst>
    <pc:chgData name="MARIANA MATIAS MELENGATE" userId="S::mariana.melengate@csn.com.br::2ccf716e-76bf-4a28-9405-3486cc2f2957" providerId="AD" clId="Web-{C81BAB46-C6F5-33FF-9B2C-1D368984452D}"/>
    <pc:docChg chg="modSld">
      <pc:chgData name="MARIANA MATIAS MELENGATE" userId="S::mariana.melengate@csn.com.br::2ccf716e-76bf-4a28-9405-3486cc2f2957" providerId="AD" clId="Web-{C81BAB46-C6F5-33FF-9B2C-1D368984452D}" dt="2023-11-06T17:34:22.038" v="32" actId="20577"/>
      <pc:docMkLst>
        <pc:docMk/>
      </pc:docMkLst>
      <pc:sldChg chg="addSp delSp modSp">
        <pc:chgData name="MARIANA MATIAS MELENGATE" userId="S::mariana.melengate@csn.com.br::2ccf716e-76bf-4a28-9405-3486cc2f2957" providerId="AD" clId="Web-{C81BAB46-C6F5-33FF-9B2C-1D368984452D}" dt="2023-11-06T17:34:22.038" v="32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C81BAB46-C6F5-33FF-9B2C-1D368984452D}" dt="2023-11-06T17:34:14.803" v="3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C81BAB46-C6F5-33FF-9B2C-1D368984452D}" dt="2023-11-06T17:34:22.038" v="32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C81BAB46-C6F5-33FF-9B2C-1D368984452D}" dt="2023-11-06T17:33:32.958" v="5" actId="1076"/>
          <ac:picMkLst>
            <pc:docMk/>
            <pc:sldMk cId="0" sldId="256"/>
            <ac:picMk id="2" creationId="{2839700F-421F-CDCC-454B-B7EA8BCADE8F}"/>
          </ac:picMkLst>
        </pc:picChg>
        <pc:picChg chg="add mod">
          <ac:chgData name="MARIANA MATIAS MELENGATE" userId="S::mariana.melengate@csn.com.br::2ccf716e-76bf-4a28-9405-3486cc2f2957" providerId="AD" clId="Web-{C81BAB46-C6F5-33FF-9B2C-1D368984452D}" dt="2023-11-06T17:33:41.616" v="8" actId="1076"/>
          <ac:picMkLst>
            <pc:docMk/>
            <pc:sldMk cId="0" sldId="256"/>
            <ac:picMk id="4" creationId="{8CB3D0C2-6D68-BD87-5FAA-DAD19307CC0C}"/>
          </ac:picMkLst>
        </pc:picChg>
        <pc:picChg chg="del">
          <ac:chgData name="MARIANA MATIAS MELENGATE" userId="S::mariana.melengate@csn.com.br::2ccf716e-76bf-4a28-9405-3486cc2f2957" providerId="AD" clId="Web-{C81BAB46-C6F5-33FF-9B2C-1D368984452D}" dt="2023-11-06T17:33:19.677" v="0"/>
          <ac:picMkLst>
            <pc:docMk/>
            <pc:sldMk cId="0" sldId="256"/>
            <ac:picMk id="5" creationId="{F0CB3FBB-FACC-BCF6-825A-0BE651E3B31F}"/>
          </ac:picMkLst>
        </pc:picChg>
        <pc:picChg chg="del">
          <ac:chgData name="MARIANA MATIAS MELENGATE" userId="S::mariana.melengate@csn.com.br::2ccf716e-76bf-4a28-9405-3486cc2f2957" providerId="AD" clId="Web-{C81BAB46-C6F5-33FF-9B2C-1D368984452D}" dt="2023-11-06T17:33:35.005" v="6"/>
          <ac:picMkLst>
            <pc:docMk/>
            <pc:sldMk cId="0" sldId="256"/>
            <ac:picMk id="6" creationId="{1F3D1987-0388-CD39-2D89-C9A7972F4CBC}"/>
          </ac:picMkLst>
        </pc:picChg>
      </pc:sldChg>
    </pc:docChg>
  </pc:docChgLst>
  <pc:docChgLst>
    <pc:chgData name="MARCELO JARDIM SOARES JUNIOR" userId="S::ccb5914@corp.csn.com.br::bc55f54c-67c1-4def-9c72-6702cba075ba" providerId="AD" clId="Web-{7CE39432-EE7A-1211-1F04-98D870DBAA1D}"/>
    <pc:docChg chg="modSld">
      <pc:chgData name="MARCELO JARDIM SOARES JUNIOR" userId="S::ccb5914@corp.csn.com.br::bc55f54c-67c1-4def-9c72-6702cba075ba" providerId="AD" clId="Web-{7CE39432-EE7A-1211-1F04-98D870DBAA1D}" dt="2024-08-15T11:23:45.620" v="15" actId="1076"/>
      <pc:docMkLst>
        <pc:docMk/>
      </pc:docMkLst>
      <pc:sldChg chg="addSp delSp modSp">
        <pc:chgData name="MARCELO JARDIM SOARES JUNIOR" userId="S::ccb5914@corp.csn.com.br::bc55f54c-67c1-4def-9c72-6702cba075ba" providerId="AD" clId="Web-{7CE39432-EE7A-1211-1F04-98D870DBAA1D}" dt="2024-08-15T11:23:45.620" v="15" actId="1076"/>
        <pc:sldMkLst>
          <pc:docMk/>
          <pc:sldMk cId="2928551198" sldId="263"/>
        </pc:sldMkLst>
        <pc:picChg chg="del">
          <ac:chgData name="MARCELO JARDIM SOARES JUNIOR" userId="S::ccb5914@corp.csn.com.br::bc55f54c-67c1-4def-9c72-6702cba075ba" providerId="AD" clId="Web-{7CE39432-EE7A-1211-1F04-98D870DBAA1D}" dt="2024-08-15T11:23:25.995" v="2"/>
          <ac:picMkLst>
            <pc:docMk/>
            <pc:sldMk cId="2928551198" sldId="263"/>
            <ac:picMk id="5" creationId="{1F061B74-71F5-A3E4-ADB5-C263D21AC80D}"/>
          </ac:picMkLst>
        </pc:picChg>
        <pc:picChg chg="del">
          <ac:chgData name="MARCELO JARDIM SOARES JUNIOR" userId="S::ccb5914@corp.csn.com.br::bc55f54c-67c1-4def-9c72-6702cba075ba" providerId="AD" clId="Web-{7CE39432-EE7A-1211-1F04-98D870DBAA1D}" dt="2024-08-15T11:23:25.995" v="1"/>
          <ac:picMkLst>
            <pc:docMk/>
            <pc:sldMk cId="2928551198" sldId="263"/>
            <ac:picMk id="6" creationId="{F59BC7C4-97C9-0B51-8604-79663E0F578E}"/>
          </ac:picMkLst>
        </pc:picChg>
        <pc:picChg chg="add mod">
          <ac:chgData name="MARCELO JARDIM SOARES JUNIOR" userId="S::ccb5914@corp.csn.com.br::bc55f54c-67c1-4def-9c72-6702cba075ba" providerId="AD" clId="Web-{7CE39432-EE7A-1211-1F04-98D870DBAA1D}" dt="2024-08-15T11:23:40.667" v="12" actId="1076"/>
          <ac:picMkLst>
            <pc:docMk/>
            <pc:sldMk cId="2928551198" sldId="263"/>
            <ac:picMk id="7" creationId="{99D2CB83-47CA-DDDF-A6F5-0442476B303B}"/>
          </ac:picMkLst>
        </pc:picChg>
        <pc:picChg chg="del">
          <ac:chgData name="MARCELO JARDIM SOARES JUNIOR" userId="S::ccb5914@corp.csn.com.br::bc55f54c-67c1-4def-9c72-6702cba075ba" providerId="AD" clId="Web-{7CE39432-EE7A-1211-1F04-98D870DBAA1D}" dt="2024-08-15T11:23:25.995" v="0"/>
          <ac:picMkLst>
            <pc:docMk/>
            <pc:sldMk cId="2928551198" sldId="263"/>
            <ac:picMk id="11" creationId="{B8DACFBC-E4F6-4CED-A8EC-316CB9C6AD51}"/>
          </ac:picMkLst>
        </pc:picChg>
        <pc:picChg chg="add mod">
          <ac:chgData name="MARCELO JARDIM SOARES JUNIOR" userId="S::ccb5914@corp.csn.com.br::bc55f54c-67c1-4def-9c72-6702cba075ba" providerId="AD" clId="Web-{7CE39432-EE7A-1211-1F04-98D870DBAA1D}" dt="2024-08-15T11:23:45.620" v="15" actId="1076"/>
          <ac:picMkLst>
            <pc:docMk/>
            <pc:sldMk cId="2928551198" sldId="263"/>
            <ac:picMk id="12" creationId="{3F74697C-0CD4-57A8-DE34-AB2CB8B00D22}"/>
          </ac:picMkLst>
        </pc:picChg>
        <pc:picChg chg="add mod">
          <ac:chgData name="MARCELO JARDIM SOARES JUNIOR" userId="S::ccb5914@corp.csn.com.br::bc55f54c-67c1-4def-9c72-6702cba075ba" providerId="AD" clId="Web-{7CE39432-EE7A-1211-1F04-98D870DBAA1D}" dt="2024-08-15T11:23:40.682" v="14" actId="1076"/>
          <ac:picMkLst>
            <pc:docMk/>
            <pc:sldMk cId="2928551198" sldId="263"/>
            <ac:picMk id="28" creationId="{1BA4E6D4-055D-C68C-2F24-22AB4577A453}"/>
          </ac:picMkLst>
        </pc:picChg>
      </pc:sldChg>
    </pc:docChg>
  </pc:docChgLst>
  <pc:docChgLst>
    <pc:chgData name="MARIANA MATIAS MELENGATE" userId="S::mariana.melengate@csn.com.br::2ccf716e-76bf-4a28-9405-3486cc2f2957" providerId="AD" clId="Web-{67D50DAA-1CD4-4AB0-BFCE-68636481C0AB}"/>
    <pc:docChg chg="modSld">
      <pc:chgData name="MARIANA MATIAS MELENGATE" userId="S::mariana.melengate@csn.com.br::2ccf716e-76bf-4a28-9405-3486cc2f2957" providerId="AD" clId="Web-{67D50DAA-1CD4-4AB0-BFCE-68636481C0AB}" dt="2023-03-07T11:39:47.440" v="14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7D50DAA-1CD4-4AB0-BFCE-68636481C0AB}" dt="2023-03-07T11:39:47.440" v="143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67D50DAA-1CD4-4AB0-BFCE-68636481C0AB}" dt="2023-03-07T11:39:35.330" v="13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39:40.111" v="141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39:47.440" v="14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3:50.849" v="89" actId="20577"/>
          <ac:spMkLst>
            <pc:docMk/>
            <pc:sldMk cId="0" sldId="256"/>
            <ac:spMk id="193" creationId="{00000000-0000-0000-0000-000000000000}"/>
          </ac:spMkLst>
        </pc:spChg>
        <pc:picChg chg="add del mod">
          <ac:chgData name="MARIANA MATIAS MELENGATE" userId="S::mariana.melengate@csn.com.br::2ccf716e-76bf-4a28-9405-3486cc2f2957" providerId="AD" clId="Web-{67D50DAA-1CD4-4AB0-BFCE-68636481C0AB}" dt="2023-03-07T11:38:32.609" v="104"/>
          <ac:picMkLst>
            <pc:docMk/>
            <pc:sldMk cId="0" sldId="256"/>
            <ac:picMk id="2" creationId="{5E882E03-D6DF-539C-342D-7A8E9EEC1542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6:44.869" v="34"/>
          <ac:picMkLst>
            <pc:docMk/>
            <pc:sldMk cId="0" sldId="256"/>
            <ac:picMk id="4" creationId="{480FB091-6EF9-0BE3-41C0-6E942C39A02C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38:39.156" v="107" actId="1076"/>
          <ac:picMkLst>
            <pc:docMk/>
            <pc:sldMk cId="0" sldId="256"/>
            <ac:picMk id="4" creationId="{9692BB2A-A488-B87E-6115-0920CDD158B6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6:56.807" v="37"/>
          <ac:picMkLst>
            <pc:docMk/>
            <pc:sldMk cId="0" sldId="256"/>
            <ac:picMk id="5" creationId="{3AF16122-5190-0AFB-FD02-8487FB297A44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38:55.391" v="113" actId="1076"/>
          <ac:picMkLst>
            <pc:docMk/>
            <pc:sldMk cId="0" sldId="256"/>
            <ac:picMk id="5" creationId="{C8D92E9F-EEE9-1A0C-C573-73EBAA3B1AEF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38:51.375" v="111" actId="1076"/>
          <ac:picMkLst>
            <pc:docMk/>
            <pc:sldMk cId="0" sldId="256"/>
            <ac:picMk id="6" creationId="{3BC9E24F-CCF2-38E6-2282-B896A73F6B9F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9:41.223" v="39"/>
          <ac:picMkLst>
            <pc:docMk/>
            <pc:sldMk cId="0" sldId="256"/>
            <ac:picMk id="6" creationId="{E92738C2-51C4-F0CE-2CA3-879FF83EBFF7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5:16.910" v="23"/>
          <ac:picMkLst>
            <pc:docMk/>
            <pc:sldMk cId="0" sldId="256"/>
            <ac:picMk id="7" creationId="{ED406D70-B51B-1FA9-DF7B-DF4C2F731DFD}"/>
          </ac:picMkLst>
        </pc:picChg>
        <pc:picChg chg="add del mod">
          <ac:chgData name="MARIANA MATIAS MELENGATE" userId="S::mariana.melengate@csn.com.br::2ccf716e-76bf-4a28-9405-3486cc2f2957" providerId="AD" clId="Web-{67D50DAA-1CD4-4AB0-BFCE-68636481C0AB}" dt="2023-03-07T11:38:46.906" v="110"/>
          <ac:picMkLst>
            <pc:docMk/>
            <pc:sldMk cId="0" sldId="256"/>
            <ac:picMk id="8" creationId="{93F0AEEF-3B3F-865B-1406-95FB38B171A3}"/>
          </ac:picMkLst>
        </pc:picChg>
        <pc:picChg chg="add del mod">
          <ac:chgData name="MARIANA MATIAS MELENGATE" userId="S::mariana.melengate@csn.com.br::2ccf716e-76bf-4a28-9405-3486cc2f2957" providerId="AD" clId="Web-{67D50DAA-1CD4-4AB0-BFCE-68636481C0AB}" dt="2023-03-07T11:38:52.938" v="112"/>
          <ac:picMkLst>
            <pc:docMk/>
            <pc:sldMk cId="0" sldId="256"/>
            <ac:picMk id="9" creationId="{8C8241E2-61FA-3AC5-837C-2BA803497EB4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1:44.419" v="76" actId="1076"/>
          <ac:picMkLst>
            <pc:docMk/>
            <pc:sldMk cId="0" sldId="256"/>
            <ac:picMk id="10" creationId="{FC5D8DF5-0DBF-C3CD-64BD-67ABA0D9979A}"/>
          </ac:picMkLst>
        </pc:picChg>
        <pc:picChg chg="add del">
          <ac:chgData name="MARIANA MATIAS MELENGATE" userId="S::mariana.melengate@csn.com.br::2ccf716e-76bf-4a28-9405-3486cc2f2957" providerId="AD" clId="Web-{67D50DAA-1CD4-4AB0-BFCE-68636481C0AB}" dt="2023-03-07T11:13:30.972" v="84"/>
          <ac:picMkLst>
            <pc:docMk/>
            <pc:sldMk cId="0" sldId="256"/>
            <ac:picMk id="11" creationId="{56E33FFE-CAC1-AA10-9B1D-A2474823CB25}"/>
          </ac:picMkLst>
        </pc:picChg>
        <pc:picChg chg="add del">
          <ac:chgData name="MARIANA MATIAS MELENGATE" userId="S::mariana.melengate@csn.com.br::2ccf716e-76bf-4a28-9405-3486cc2f2957" providerId="AD" clId="Web-{67D50DAA-1CD4-4AB0-BFCE-68636481C0AB}" dt="2023-03-07T11:13:47.223" v="88"/>
          <ac:picMkLst>
            <pc:docMk/>
            <pc:sldMk cId="0" sldId="256"/>
            <ac:picMk id="12" creationId="{D20FDFA3-E9A6-5D5F-C2C4-702A54565C88}"/>
          </ac:picMkLst>
        </pc:picChg>
      </pc:sldChg>
      <pc:sldChg chg="addSp delSp modSp">
        <pc:chgData name="MARIANA MATIAS MELENGATE" userId="S::mariana.melengate@csn.com.br::2ccf716e-76bf-4a28-9405-3486cc2f2957" providerId="AD" clId="Web-{67D50DAA-1CD4-4AB0-BFCE-68636481C0AB}" dt="2023-03-07T11:14:52.352" v="103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67D50DAA-1CD4-4AB0-BFCE-68636481C0AB}" dt="2023-03-07T11:14:08.365" v="91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4:14.647" v="93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4:20.819" v="95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4:52.352" v="103" actId="20577"/>
          <ac:spMkLst>
            <pc:docMk/>
            <pc:sldMk cId="4269806723" sldId="258"/>
            <ac:spMk id="193" creationId="{00000000-0000-0000-0000-000000000000}"/>
          </ac:spMkLst>
        </pc:spChg>
        <pc:picChg chg="add">
          <ac:chgData name="MARIANA MATIAS MELENGATE" userId="S::mariana.melengate@csn.com.br::2ccf716e-76bf-4a28-9405-3486cc2f2957" providerId="AD" clId="Web-{67D50DAA-1CD4-4AB0-BFCE-68636481C0AB}" dt="2023-03-07T11:12:52.314" v="77"/>
          <ac:picMkLst>
            <pc:docMk/>
            <pc:sldMk cId="4269806723" sldId="258"/>
            <ac:picMk id="4" creationId="{41CD6005-A842-BA0A-945B-8FFA24807618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3:04.502" v="80" actId="1076"/>
          <ac:picMkLst>
            <pc:docMk/>
            <pc:sldMk cId="4269806723" sldId="258"/>
            <ac:picMk id="6" creationId="{75651EE1-5DFE-B046-ED60-215D7842C0AC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12:56.689" v="78"/>
          <ac:picMkLst>
            <pc:docMk/>
            <pc:sldMk cId="4269806723" sldId="258"/>
            <ac:picMk id="7" creationId="{31BF76C2-1241-ACF3-8378-A6616E38C95E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14:28.023" v="98"/>
          <ac:picMkLst>
            <pc:docMk/>
            <pc:sldMk cId="4269806723" sldId="258"/>
            <ac:picMk id="8" creationId="{784C7E09-B9DC-CF82-CE29-6F1CAD244AC7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14:32.507" v="100"/>
          <ac:picMkLst>
            <pc:docMk/>
            <pc:sldMk cId="4269806723" sldId="258"/>
            <ac:picMk id="9" creationId="{AA642F0E-8E30-8A2C-BF09-27D8BCF99098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4:35.617" v="101" actId="1076"/>
          <ac:picMkLst>
            <pc:docMk/>
            <pc:sldMk cId="4269806723" sldId="258"/>
            <ac:picMk id="11" creationId="{8D634D50-92A7-F90C-C6DF-490776AD1FBC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4:30.695" v="99" actId="1076"/>
          <ac:picMkLst>
            <pc:docMk/>
            <pc:sldMk cId="4269806723" sldId="258"/>
            <ac:picMk id="12" creationId="{81E0715A-F01B-D20B-1E76-D2D5AF359B93}"/>
          </ac:picMkLst>
        </pc:picChg>
      </pc:sldChg>
    </pc:docChg>
  </pc:docChgLst>
  <pc:docChgLst>
    <pc:chgData name="MARIANA MATIAS MELENGATE" userId="S::mariana.melengate@csn.com.br::2ccf716e-76bf-4a28-9405-3486cc2f2957" providerId="AD" clId="Web-{1D02EF54-70C6-7E65-3DAB-C09C16306B22}"/>
    <pc:docChg chg="modSld">
      <pc:chgData name="MARIANA MATIAS MELENGATE" userId="S::mariana.melengate@csn.com.br::2ccf716e-76bf-4a28-9405-3486cc2f2957" providerId="AD" clId="Web-{1D02EF54-70C6-7E65-3DAB-C09C16306B22}" dt="2023-09-28T11:03:00.011" v="312" actId="1076"/>
      <pc:docMkLst>
        <pc:docMk/>
      </pc:docMkLst>
      <pc:sldChg chg="addSp delSp modSp">
        <pc:chgData name="MARIANA MATIAS MELENGATE" userId="S::mariana.melengate@csn.com.br::2ccf716e-76bf-4a28-9405-3486cc2f2957" providerId="AD" clId="Web-{1D02EF54-70C6-7E65-3DAB-C09C16306B22}" dt="2023-09-28T10:48:59.216" v="46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D02EF54-70C6-7E65-3DAB-C09C16306B22}" dt="2023-09-28T10:48:15.496" v="31" actId="20577"/>
          <ac:spMkLst>
            <pc:docMk/>
            <pc:sldMk cId="0" sldId="256"/>
            <ac:spMk id="186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6:05.145" v="1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6:09.270" v="1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8:54.888" v="44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8:59.216" v="46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D02EF54-70C6-7E65-3DAB-C09C16306B22}" dt="2023-09-28T10:45:19.174" v="0"/>
          <ac:picMkLst>
            <pc:docMk/>
            <pc:sldMk cId="0" sldId="256"/>
            <ac:picMk id="2" creationId="{09D615DE-650C-85CC-4F97-3A62C28E9F04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6:10.504" v="18"/>
          <ac:picMkLst>
            <pc:docMk/>
            <pc:sldMk cId="0" sldId="256"/>
            <ac:picMk id="4" creationId="{CA4951E8-6EC7-2BC6-C48E-6185FE965308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5:27.737" v="3" actId="1076"/>
          <ac:picMkLst>
            <pc:docMk/>
            <pc:sldMk cId="0" sldId="256"/>
            <ac:picMk id="5" creationId="{F0CB3FBB-FACC-BCF6-825A-0BE651E3B31F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6:17.817" v="20" actId="1076"/>
          <ac:picMkLst>
            <pc:docMk/>
            <pc:sldMk cId="0" sldId="256"/>
            <ac:picMk id="6" creationId="{1F3D1987-0388-CD39-2D89-C9A7972F4CB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8:29.871" v="34" actId="1076"/>
          <ac:picMkLst>
            <pc:docMk/>
            <pc:sldMk cId="0" sldId="256"/>
            <ac:picMk id="7" creationId="{6BDAB3C7-67BA-CB42-027D-CA9DD281C63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8:36.856" v="36" actId="1076"/>
          <ac:picMkLst>
            <pc:docMk/>
            <pc:sldMk cId="0" sldId="256"/>
            <ac:picMk id="8" creationId="{DA5A7342-A115-B80A-B041-E848A3F91982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1:03:00.011" v="312" actId="1076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1D02EF54-70C6-7E65-3DAB-C09C16306B22}" dt="2023-09-28T11:02:48.464" v="308" actId="20577"/>
          <ac:spMkLst>
            <pc:docMk/>
            <pc:sldMk cId="4223092705" sldId="264"/>
            <ac:spMk id="188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0:24.783" v="74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1:05.222" v="78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2:10.536" v="95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2:17.630" v="97" actId="20577"/>
          <ac:spMkLst>
            <pc:docMk/>
            <pc:sldMk cId="4223092705" sldId="264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1D02EF54-70C6-7E65-3DAB-C09C16306B22}" dt="2023-09-28T10:50:08.610" v="63" actId="1076"/>
          <ac:picMkLst>
            <pc:docMk/>
            <pc:sldMk cId="4223092705" sldId="264"/>
            <ac:picMk id="2" creationId="{D34D7EE6-917D-8A04-F9DD-2C69CF3183F0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0:31.861" v="76" actId="1076"/>
          <ac:picMkLst>
            <pc:docMk/>
            <pc:sldMk cId="4223092705" sldId="264"/>
            <ac:picMk id="4" creationId="{E636A34E-DFCD-F9C0-6448-733A28997543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7.344" v="55"/>
          <ac:picMkLst>
            <pc:docMk/>
            <pc:sldMk cId="4223092705" sldId="264"/>
            <ac:picMk id="5" creationId="{0958E1D0-FF7C-5FDA-EC0B-C14429D68823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8.141" v="56"/>
          <ac:picMkLst>
            <pc:docMk/>
            <pc:sldMk cId="4223092705" sldId="264"/>
            <ac:picMk id="6" creationId="{EF1FD481-A5C5-EE6C-804F-927653358097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8.829" v="57"/>
          <ac:picMkLst>
            <pc:docMk/>
            <pc:sldMk cId="4223092705" sldId="264"/>
            <ac:picMk id="7" creationId="{A785FC47-D507-4489-EE55-78EA859CCD4A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9.860" v="58"/>
          <ac:picMkLst>
            <pc:docMk/>
            <pc:sldMk cId="4223092705" sldId="264"/>
            <ac:picMk id="8" creationId="{B467ECAB-47DE-9D08-DE7B-265D92C12690}"/>
          </ac:picMkLst>
        </pc:picChg>
        <pc:picChg chg="add del mod">
          <ac:chgData name="MARIANA MATIAS MELENGATE" userId="S::mariana.melengate@csn.com.br::2ccf716e-76bf-4a28-9405-3486cc2f2957" providerId="AD" clId="Web-{1D02EF54-70C6-7E65-3DAB-C09C16306B22}" dt="2023-09-28T11:02:00.274" v="299"/>
          <ac:picMkLst>
            <pc:docMk/>
            <pc:sldMk cId="4223092705" sldId="264"/>
            <ac:picMk id="9" creationId="{925D487F-A07A-E587-54E5-57ED23E274C8}"/>
          </ac:picMkLst>
        </pc:picChg>
        <pc:picChg chg="add del mod">
          <ac:chgData name="MARIANA MATIAS MELENGATE" userId="S::mariana.melengate@csn.com.br::2ccf716e-76bf-4a28-9405-3486cc2f2957" providerId="AD" clId="Web-{1D02EF54-70C6-7E65-3DAB-C09C16306B22}" dt="2023-09-28T11:02:02.337" v="300"/>
          <ac:picMkLst>
            <pc:docMk/>
            <pc:sldMk cId="4223092705" sldId="264"/>
            <ac:picMk id="10" creationId="{94B5BBAC-98D4-7BCB-5944-FDCE937181F7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2:46.245" v="306" actId="1076"/>
          <ac:picMkLst>
            <pc:docMk/>
            <pc:sldMk cId="4223092705" sldId="264"/>
            <ac:picMk id="11" creationId="{A241F918-5E0C-7F62-CF5F-E023BC2190C3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3:00.011" v="312" actId="1076"/>
          <ac:picMkLst>
            <pc:docMk/>
            <pc:sldMk cId="4223092705" sldId="264"/>
            <ac:picMk id="12" creationId="{1DEABFBC-2276-6F56-F716-54656929F787}"/>
          </ac:picMkLst>
        </pc:picChg>
        <pc:picChg chg="add del">
          <ac:chgData name="MARIANA MATIAS MELENGATE" userId="S::mariana.melengate@csn.com.br::2ccf716e-76bf-4a28-9405-3486cc2f2957" providerId="AD" clId="Web-{1D02EF54-70C6-7E65-3DAB-C09C16306B22}" dt="2023-09-28T11:02:55.151" v="311"/>
          <ac:picMkLst>
            <pc:docMk/>
            <pc:sldMk cId="4223092705" sldId="264"/>
            <ac:picMk id="13" creationId="{68E57DDB-29B6-5265-8003-920D5D383062}"/>
          </ac:picMkLst>
        </pc:picChg>
        <pc:picChg chg="add del mod">
          <ac:chgData name="MARIANA MATIAS MELENGATE" userId="S::mariana.melengate@csn.com.br::2ccf716e-76bf-4a28-9405-3486cc2f2957" providerId="AD" clId="Web-{1D02EF54-70C6-7E65-3DAB-C09C16306B22}" dt="2023-09-28T11:02:54.292" v="310"/>
          <ac:picMkLst>
            <pc:docMk/>
            <pc:sldMk cId="4223092705" sldId="264"/>
            <ac:picMk id="14" creationId="{5E12505F-715B-FE25-2C9F-4C5D63F45618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0:56:27.217" v="158" actId="1076"/>
        <pc:sldMkLst>
          <pc:docMk/>
          <pc:sldMk cId="2820528927" sldId="265"/>
        </pc:sldMkLst>
        <pc:spChg chg="mod">
          <ac:chgData name="MARIANA MATIAS MELENGATE" userId="S::mariana.melengate@csn.com.br::2ccf716e-76bf-4a28-9405-3486cc2f2957" providerId="AD" clId="Web-{1D02EF54-70C6-7E65-3DAB-C09C16306B22}" dt="2023-09-28T10:54:13.165" v="126" actId="20577"/>
          <ac:spMkLst>
            <pc:docMk/>
            <pc:sldMk cId="2820528927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5:37.918" v="135" actId="20577"/>
          <ac:spMkLst>
            <pc:docMk/>
            <pc:sldMk cId="2820528927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6:16.513" v="154" actId="20577"/>
          <ac:spMkLst>
            <pc:docMk/>
            <pc:sldMk cId="2820528927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6:20.888" v="156" actId="20577"/>
          <ac:spMkLst>
            <pc:docMk/>
            <pc:sldMk cId="2820528927" sldId="265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D02EF54-70C6-7E65-3DAB-C09C16306B22}" dt="2023-09-28T10:53:01.100" v="106"/>
          <ac:picMkLst>
            <pc:docMk/>
            <pc:sldMk cId="2820528927" sldId="265"/>
            <ac:picMk id="2" creationId="{8DB15BF2-8870-DE5A-7BD3-699FE3A0E09F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3:02.679" v="107"/>
          <ac:picMkLst>
            <pc:docMk/>
            <pc:sldMk cId="2820528927" sldId="265"/>
            <ac:picMk id="4" creationId="{49C5CFBB-09C8-006F-BE81-E62E2FE754A7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3:02.757" v="108"/>
          <ac:picMkLst>
            <pc:docMk/>
            <pc:sldMk cId="2820528927" sldId="265"/>
            <ac:picMk id="5" creationId="{6847B773-5C59-1DD7-4278-38FF06D8BE13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3:03.507" v="109"/>
          <ac:picMkLst>
            <pc:docMk/>
            <pc:sldMk cId="2820528927" sldId="265"/>
            <ac:picMk id="6" creationId="{F2C4A5CB-7634-22D8-8A4A-1F1A7CF29213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3:29.586" v="112" actId="1076"/>
          <ac:picMkLst>
            <pc:docMk/>
            <pc:sldMk cId="2820528927" sldId="265"/>
            <ac:picMk id="7" creationId="{5ADE8D40-9D61-5DF9-8EA8-D57D246E9E3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4:18.697" v="128" actId="1076"/>
          <ac:picMkLst>
            <pc:docMk/>
            <pc:sldMk cId="2820528927" sldId="265"/>
            <ac:picMk id="8" creationId="{92FA197B-17F8-17E6-E338-422308DE31E0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5:56.278" v="139" actId="1076"/>
          <ac:picMkLst>
            <pc:docMk/>
            <pc:sldMk cId="2820528927" sldId="265"/>
            <ac:picMk id="9" creationId="{84875BDD-4C9B-80E6-5CF3-AEF3A186DF82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6:27.217" v="158" actId="1076"/>
          <ac:picMkLst>
            <pc:docMk/>
            <pc:sldMk cId="2820528927" sldId="265"/>
            <ac:picMk id="10" creationId="{74059B14-34E4-3B8F-DE98-29B5685707BD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0:59:48.801" v="245" actId="1076"/>
        <pc:sldMkLst>
          <pc:docMk/>
          <pc:sldMk cId="3747814646" sldId="266"/>
        </pc:sldMkLst>
        <pc:spChg chg="mod">
          <ac:chgData name="MARIANA MATIAS MELENGATE" userId="S::mariana.melengate@csn.com.br::2ccf716e-76bf-4a28-9405-3486cc2f2957" providerId="AD" clId="Web-{1D02EF54-70C6-7E65-3DAB-C09C16306B22}" dt="2023-09-28T10:59:07.488" v="222" actId="20577"/>
          <ac:spMkLst>
            <pc:docMk/>
            <pc:sldMk cId="3747814646" sldId="266"/>
            <ac:spMk id="12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7:43.016" v="182" actId="20577"/>
          <ac:spMkLst>
            <pc:docMk/>
            <pc:sldMk cId="3747814646" sldId="266"/>
            <ac:spMk id="18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8:33.924" v="211" actId="20577"/>
          <ac:spMkLst>
            <pc:docMk/>
            <pc:sldMk cId="3747814646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8:37.471" v="213" actId="20577"/>
          <ac:spMkLst>
            <pc:docMk/>
            <pc:sldMk cId="3747814646" sldId="26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9:39.660" v="241" actId="20577"/>
          <ac:spMkLst>
            <pc:docMk/>
            <pc:sldMk cId="3747814646" sldId="26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9:43.770" v="243" actId="20577"/>
          <ac:spMkLst>
            <pc:docMk/>
            <pc:sldMk cId="3747814646" sldId="26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1D02EF54-70C6-7E65-3DAB-C09C16306B22}" dt="2023-09-28T10:57:52.282" v="185" actId="1076"/>
          <ac:picMkLst>
            <pc:docMk/>
            <pc:sldMk cId="3747814646" sldId="266"/>
            <ac:picMk id="2" creationId="{CF352F5B-B7E8-41E7-A166-1D1586C2C06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8:43.643" v="215" actId="1076"/>
          <ac:picMkLst>
            <pc:docMk/>
            <pc:sldMk cId="3747814646" sldId="266"/>
            <ac:picMk id="4" creationId="{0D9D375C-9E9E-622A-E459-EAEFBA689858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5.342" v="159"/>
          <ac:picMkLst>
            <pc:docMk/>
            <pc:sldMk cId="3747814646" sldId="266"/>
            <ac:picMk id="5" creationId="{4D730246-5BA7-C232-B677-0B5FC875BB2C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6.514" v="160"/>
          <ac:picMkLst>
            <pc:docMk/>
            <pc:sldMk cId="3747814646" sldId="266"/>
            <ac:picMk id="6" creationId="{0FD3EE85-6C86-09FB-0D54-5C4B7BA460AD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7.420" v="161"/>
          <ac:picMkLst>
            <pc:docMk/>
            <pc:sldMk cId="3747814646" sldId="266"/>
            <ac:picMk id="7" creationId="{C4438416-3A9B-9795-6FF4-4DB585D33A79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8.295" v="162"/>
          <ac:picMkLst>
            <pc:docMk/>
            <pc:sldMk cId="3747814646" sldId="266"/>
            <ac:picMk id="8" creationId="{7D259F61-6576-4951-2944-61A5ADCDCFFF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9:21.988" v="225" actId="1076"/>
          <ac:picMkLst>
            <pc:docMk/>
            <pc:sldMk cId="3747814646" sldId="266"/>
            <ac:picMk id="9" creationId="{DA461DBC-BB33-654E-9662-9F9EC13C091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9:48.801" v="245" actId="1076"/>
          <ac:picMkLst>
            <pc:docMk/>
            <pc:sldMk cId="3747814646" sldId="266"/>
            <ac:picMk id="10" creationId="{039CED2A-8F65-3B50-4E38-EB2F24F8EDE0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1:01:37.352" v="298" actId="20577"/>
        <pc:sldMkLst>
          <pc:docMk/>
          <pc:sldMk cId="1666348567" sldId="267"/>
        </pc:sldMkLst>
        <pc:spChg chg="mod">
          <ac:chgData name="MARIANA MATIAS MELENGATE" userId="S::mariana.melengate@csn.com.br::2ccf716e-76bf-4a28-9405-3486cc2f2957" providerId="AD" clId="Web-{1D02EF54-70C6-7E65-3DAB-C09C16306B22}" dt="2023-09-28T11:01:28.039" v="294" actId="20577"/>
          <ac:spMkLst>
            <pc:docMk/>
            <pc:sldMk cId="1666348567" sldId="26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1:01:37.352" v="298" actId="20577"/>
          <ac:spMkLst>
            <pc:docMk/>
            <pc:sldMk cId="1666348567" sldId="267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D02EF54-70C6-7E65-3DAB-C09C16306B22}" dt="2023-09-28T11:00:41.163" v="253"/>
          <ac:picMkLst>
            <pc:docMk/>
            <pc:sldMk cId="1666348567" sldId="267"/>
            <ac:picMk id="2" creationId="{DE1C22B5-7CAA-2E7E-2ADD-AAA74E8C1519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1:00:54.866" v="259"/>
          <ac:picMkLst>
            <pc:docMk/>
            <pc:sldMk cId="1666348567" sldId="267"/>
            <ac:picMk id="4" creationId="{7D2AB0C1-2152-995A-3903-88FE14B4E891}"/>
          </ac:picMkLst>
        </pc:picChg>
        <pc:picChg chg="add del">
          <ac:chgData name="MARIANA MATIAS MELENGATE" userId="S::mariana.melengate@csn.com.br::2ccf716e-76bf-4a28-9405-3486cc2f2957" providerId="AD" clId="Web-{1D02EF54-70C6-7E65-3DAB-C09C16306B22}" dt="2023-09-28T11:00:03.536" v="249"/>
          <ac:picMkLst>
            <pc:docMk/>
            <pc:sldMk cId="1666348567" sldId="267"/>
            <ac:picMk id="6" creationId="{8F1BE47E-3067-4B47-852B-43A4DBE87231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0:52.960" v="258" actId="1076"/>
          <ac:picMkLst>
            <pc:docMk/>
            <pc:sldMk cId="1666348567" sldId="267"/>
            <ac:picMk id="7" creationId="{B55AB698-80C8-1D86-0728-E545A84B6A35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1:01.694" v="262" actId="1076"/>
          <ac:picMkLst>
            <pc:docMk/>
            <pc:sldMk cId="1666348567" sldId="267"/>
            <ac:picMk id="8" creationId="{4D045B2F-284F-C8D7-7515-60DDFF3AF59B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27BB78CE-CDDE-ADF3-99EF-031634FB15AC}"/>
    <pc:docChg chg="modSld">
      <pc:chgData name="MARCELO JARDIM SOARES JUNIOR" userId="S::marcelo.junior.mj1@csn.com.br::e084be25-f1b7-44aa-a097-a73ec2417b13" providerId="AD" clId="Web-{27BB78CE-CDDE-ADF3-99EF-031634FB15AC}" dt="2023-05-23T16:56:30.427" v="28" actId="1076"/>
      <pc:docMkLst>
        <pc:docMk/>
      </pc:docMkLst>
      <pc:sldChg chg="addSp delSp modSp">
        <pc:chgData name="MARCELO JARDIM SOARES JUNIOR" userId="S::marcelo.junior.mj1@csn.com.br::e084be25-f1b7-44aa-a097-a73ec2417b13" providerId="AD" clId="Web-{27BB78CE-CDDE-ADF3-99EF-031634FB15AC}" dt="2023-05-23T16:56:30.427" v="28" actId="1076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27BB78CE-CDDE-ADF3-99EF-031634FB15AC}" dt="2023-05-23T16:55:06.112" v="6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5:13.175" v="10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5:18.003" v="13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5:20.081" v="16" actId="20577"/>
          <ac:spMkLst>
            <pc:docMk/>
            <pc:sldMk cId="2928551198" sldId="263"/>
            <ac:spMk id="25" creationId="{6FF14075-98AB-1CB5-9E21-5303458AAEBA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6:21.223" v="26" actId="20577"/>
          <ac:spMkLst>
            <pc:docMk/>
            <pc:sldMk cId="2928551198" sldId="263"/>
            <ac:spMk id="26" creationId="{EB93960A-2D2D-DAA9-CD3C-ACAF02FC2625}"/>
          </ac:spMkLst>
        </pc:spChg>
        <pc:picChg chg="add mod">
          <ac:chgData name="MARCELO JARDIM SOARES JUNIOR" userId="S::marcelo.junior.mj1@csn.com.br::e084be25-f1b7-44aa-a097-a73ec2417b13" providerId="AD" clId="Web-{27BB78CE-CDDE-ADF3-99EF-031634FB15AC}" dt="2023-05-23T16:55:33.925" v="18" actId="1076"/>
          <ac:picMkLst>
            <pc:docMk/>
            <pc:sldMk cId="2928551198" sldId="263"/>
            <ac:picMk id="2" creationId="{58037A73-8C5F-35A6-0BFD-2B379C29094A}"/>
          </ac:picMkLst>
        </pc:picChg>
        <pc:picChg chg="add mod">
          <ac:chgData name="MARCELO JARDIM SOARES JUNIOR" userId="S::marcelo.junior.mj1@csn.com.br::e084be25-f1b7-44aa-a097-a73ec2417b13" providerId="AD" clId="Web-{27BB78CE-CDDE-ADF3-99EF-031634FB15AC}" dt="2023-05-23T16:55:53.692" v="21" actId="1076"/>
          <ac:picMkLst>
            <pc:docMk/>
            <pc:sldMk cId="2928551198" sldId="263"/>
            <ac:picMk id="3" creationId="{67C550D5-97E6-00E5-4BC8-A3863A50766E}"/>
          </ac:picMkLst>
        </pc:picChg>
        <pc:picChg chg="add mod">
          <ac:chgData name="MARCELO JARDIM SOARES JUNIOR" userId="S::marcelo.junior.mj1@csn.com.br::e084be25-f1b7-44aa-a097-a73ec2417b13" providerId="AD" clId="Web-{27BB78CE-CDDE-ADF3-99EF-031634FB15AC}" dt="2023-05-23T16:56:09.676" v="23" actId="1076"/>
          <ac:picMkLst>
            <pc:docMk/>
            <pc:sldMk cId="2928551198" sldId="263"/>
            <ac:picMk id="5" creationId="{1778C37C-808D-0538-F8D2-E7B604869BEE}"/>
          </ac:picMkLst>
        </pc:picChg>
        <pc:picChg chg="add mod">
          <ac:chgData name="MARCELO JARDIM SOARES JUNIOR" userId="S::marcelo.junior.mj1@csn.com.br::e084be25-f1b7-44aa-a097-a73ec2417b13" providerId="AD" clId="Web-{27BB78CE-CDDE-ADF3-99EF-031634FB15AC}" dt="2023-05-23T16:56:30.427" v="28" actId="1076"/>
          <ac:picMkLst>
            <pc:docMk/>
            <pc:sldMk cId="2928551198" sldId="263"/>
            <ac:picMk id="6" creationId="{5B73E2E5-EF1E-3A02-6243-623684AF9FF9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1.065" v="0"/>
          <ac:picMkLst>
            <pc:docMk/>
            <pc:sldMk cId="2928551198" sldId="263"/>
            <ac:picMk id="7" creationId="{C80AEEA7-B78F-54A1-FEE3-DE7F98432878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5.784" v="1"/>
          <ac:picMkLst>
            <pc:docMk/>
            <pc:sldMk cId="2928551198" sldId="263"/>
            <ac:picMk id="8" creationId="{C8855BEC-584F-35BC-9763-8806031423A2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9.393" v="3"/>
          <ac:picMkLst>
            <pc:docMk/>
            <pc:sldMk cId="2928551198" sldId="263"/>
            <ac:picMk id="10" creationId="{5ECC916C-2846-F94C-005E-777581F83232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7.424" v="2"/>
          <ac:picMkLst>
            <pc:docMk/>
            <pc:sldMk cId="2928551198" sldId="263"/>
            <ac:picMk id="11" creationId="{48DF36DC-F4FF-D2D7-F65D-F5A89F195E91}"/>
          </ac:picMkLst>
        </pc:picChg>
      </pc:sldChg>
    </pc:docChg>
  </pc:docChgLst>
  <pc:docChgLst>
    <pc:chgData name="MARIANA MATIAS MELENGATE" userId="S::mariana.melengate@csn.com.br::2ccf716e-76bf-4a28-9405-3486cc2f2957" providerId="AD" clId="Web-{B66A906D-EFBB-8B4D-EB8D-9278E80732DA}"/>
    <pc:docChg chg="modSld">
      <pc:chgData name="MARIANA MATIAS MELENGATE" userId="S::mariana.melengate@csn.com.br::2ccf716e-76bf-4a28-9405-3486cc2f2957" providerId="AD" clId="Web-{B66A906D-EFBB-8B4D-EB8D-9278E80732DA}" dt="2024-04-17T10:54:21.001" v="9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66A906D-EFBB-8B4D-EB8D-9278E80732DA}" dt="2024-04-17T10:54:21.001" v="99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B66A906D-EFBB-8B4D-EB8D-9278E80732DA}" dt="2024-04-17T10:54:21.001" v="99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B66A906D-EFBB-8B4D-EB8D-9278E80732DA}" dt="2024-04-17T10:53:51.078" v="94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B66A906D-EFBB-8B4D-EB8D-9278E80732DA}" dt="2024-04-17T10:53:32.031" v="7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B66A906D-EFBB-8B4D-EB8D-9278E80732DA}" dt="2024-04-17T10:53:41.328" v="84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B66A906D-EFBB-8B4D-EB8D-9278E80732DA}" dt="2024-04-17T10:50:16.354" v="0"/>
          <ac:picMkLst>
            <pc:docMk/>
            <pc:sldMk cId="3855834659" sldId="270"/>
            <ac:picMk id="2" creationId="{CD6B55C5-6C0C-6390-4FEC-5E639A472EF4}"/>
          </ac:picMkLst>
        </pc:picChg>
        <pc:picChg chg="del">
          <ac:chgData name="MARIANA MATIAS MELENGATE" userId="S::mariana.melengate@csn.com.br::2ccf716e-76bf-4a28-9405-3486cc2f2957" providerId="AD" clId="Web-{B66A906D-EFBB-8B4D-EB8D-9278E80732DA}" dt="2024-04-17T10:51:32.981" v="39"/>
          <ac:picMkLst>
            <pc:docMk/>
            <pc:sldMk cId="3855834659" sldId="270"/>
            <ac:picMk id="6" creationId="{2A2AD3C2-085C-2537-DDAC-C820B891B771}"/>
          </ac:picMkLst>
        </pc:picChg>
        <pc:picChg chg="del">
          <ac:chgData name="MARIANA MATIAS MELENGATE" userId="S::mariana.melengate@csn.com.br::2ccf716e-76bf-4a28-9405-3486cc2f2957" providerId="AD" clId="Web-{B66A906D-EFBB-8B4D-EB8D-9278E80732DA}" dt="2024-04-17T10:51:40.466" v="42"/>
          <ac:picMkLst>
            <pc:docMk/>
            <pc:sldMk cId="3855834659" sldId="270"/>
            <ac:picMk id="8" creationId="{BC2A2E27-2A89-997F-90D7-0CF58659FB5D}"/>
          </ac:picMkLst>
        </pc:picChg>
        <pc:picChg chg="del">
          <ac:chgData name="MARIANA MATIAS MELENGATE" userId="S::mariana.melengate@csn.com.br::2ccf716e-76bf-4a28-9405-3486cc2f2957" providerId="AD" clId="Web-{B66A906D-EFBB-8B4D-EB8D-9278E80732DA}" dt="2024-04-17T10:51:50.810" v="45"/>
          <ac:picMkLst>
            <pc:docMk/>
            <pc:sldMk cId="3855834659" sldId="270"/>
            <ac:picMk id="9" creationId="{500EFD52-6692-2A79-A88B-F44AF95C6CE4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0:30.542" v="5" actId="1076"/>
          <ac:picMkLst>
            <pc:docMk/>
            <pc:sldMk cId="3855834659" sldId="270"/>
            <ac:picMk id="11" creationId="{4DC54980-A99A-AA02-5F4F-E95549BC171B}"/>
          </ac:picMkLst>
        </pc:picChg>
        <pc:picChg chg="add del mod">
          <ac:chgData name="MARIANA MATIAS MELENGATE" userId="S::mariana.melengate@csn.com.br::2ccf716e-76bf-4a28-9405-3486cc2f2957" providerId="AD" clId="Web-{B66A906D-EFBB-8B4D-EB8D-9278E80732DA}" dt="2024-04-17T10:51:12.700" v="37"/>
          <ac:picMkLst>
            <pc:docMk/>
            <pc:sldMk cId="3855834659" sldId="270"/>
            <ac:picMk id="12" creationId="{755807C6-812A-A34E-0777-56E4AF8D229D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1:38.184" v="41" actId="1076"/>
          <ac:picMkLst>
            <pc:docMk/>
            <pc:sldMk cId="3855834659" sldId="270"/>
            <ac:picMk id="13" creationId="{8373E7C9-D90A-A842-536E-A032ABEE6C0F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1:48.591" v="44" actId="1076"/>
          <ac:picMkLst>
            <pc:docMk/>
            <pc:sldMk cId="3855834659" sldId="270"/>
            <ac:picMk id="14" creationId="{5AE45D43-EF14-DEE1-472C-E2841D60B4C4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2:01.685" v="48" actId="1076"/>
          <ac:picMkLst>
            <pc:docMk/>
            <pc:sldMk cId="3855834659" sldId="270"/>
            <ac:picMk id="15" creationId="{48D07EDD-5CE1-475A-F192-D9182F3583A5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3A6C7454-0083-71F0-82C3-55F853740603}"/>
    <pc:docChg chg="modSld">
      <pc:chgData name="MARCELO JARDIM SOARES JUNIOR" userId="S::marcelo.junior.mj1@csn.com.br::bc55f54c-67c1-4def-9c72-6702cba075ba" providerId="AD" clId="Web-{3A6C7454-0083-71F0-82C3-55F853740603}" dt="2024-09-10T11:57:22.424" v="110" actId="20577"/>
      <pc:docMkLst>
        <pc:docMk/>
      </pc:docMkLst>
      <pc:sldChg chg="addSp delSp modSp">
        <pc:chgData name="MARCELO JARDIM SOARES JUNIOR" userId="S::marcelo.junior.mj1@csn.com.br::bc55f54c-67c1-4def-9c72-6702cba075ba" providerId="AD" clId="Web-{3A6C7454-0083-71F0-82C3-55F853740603}" dt="2024-09-10T11:57:22.424" v="110" actId="20577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3A6C7454-0083-71F0-82C3-55F853740603}" dt="2024-09-10T11:57:10.314" v="104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3A6C7454-0083-71F0-82C3-55F853740603}" dt="2024-09-10T11:57:14.189" v="106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3A6C7454-0083-71F0-82C3-55F853740603}" dt="2024-09-10T11:57:22.424" v="110" actId="20577"/>
          <ac:spMkLst>
            <pc:docMk/>
            <pc:sldMk cId="28514220" sldId="271"/>
            <ac:spMk id="192" creationId="{5656B279-F07B-324C-9616-1101D2C419A2}"/>
          </ac:spMkLst>
        </pc:spChg>
        <pc:spChg chg="mod">
          <ac:chgData name="MARCELO JARDIM SOARES JUNIOR" userId="S::marcelo.junior.mj1@csn.com.br::bc55f54c-67c1-4def-9c72-6702cba075ba" providerId="AD" clId="Web-{3A6C7454-0083-71F0-82C3-55F853740603}" dt="2024-09-10T11:57:17.298" v="108" actId="20577"/>
          <ac:spMkLst>
            <pc:docMk/>
            <pc:sldMk cId="28514220" sldId="271"/>
            <ac:spMk id="193" creationId="{7258E0E0-AA15-FDF9-2C3C-791E43A5CC90}"/>
          </ac:spMkLst>
        </pc:spChg>
        <pc:picChg chg="del">
          <ac:chgData name="MARCELO JARDIM SOARES JUNIOR" userId="S::marcelo.junior.mj1@csn.com.br::bc55f54c-67c1-4def-9c72-6702cba075ba" providerId="AD" clId="Web-{3A6C7454-0083-71F0-82C3-55F853740603}" dt="2024-09-10T11:50:19.022" v="0"/>
          <ac:picMkLst>
            <pc:docMk/>
            <pc:sldMk cId="28514220" sldId="271"/>
            <ac:picMk id="2" creationId="{1B53610F-CD0D-1926-A30D-821D0BF00A24}"/>
          </ac:picMkLst>
        </pc:picChg>
        <pc:picChg chg="del">
          <ac:chgData name="MARCELO JARDIM SOARES JUNIOR" userId="S::marcelo.junior.mj1@csn.com.br::bc55f54c-67c1-4def-9c72-6702cba075ba" providerId="AD" clId="Web-{3A6C7454-0083-71F0-82C3-55F853740603}" dt="2024-09-10T11:50:22.069" v="1"/>
          <ac:picMkLst>
            <pc:docMk/>
            <pc:sldMk cId="28514220" sldId="271"/>
            <ac:picMk id="6" creationId="{DEE368D3-8662-B51D-55A1-668488FC4059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1.215" v="51"/>
          <ac:picMkLst>
            <pc:docMk/>
            <pc:sldMk cId="28514220" sldId="271"/>
            <ac:picMk id="8" creationId="{F0B33FFC-9696-810A-80B8-800327C6F611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2.902" v="52"/>
          <ac:picMkLst>
            <pc:docMk/>
            <pc:sldMk cId="28514220" sldId="271"/>
            <ac:picMk id="9" creationId="{0F126A15-10C5-3B64-CB59-935E27E64CEA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2:35.994" v="14"/>
          <ac:picMkLst>
            <pc:docMk/>
            <pc:sldMk cId="28514220" sldId="271"/>
            <ac:picMk id="11" creationId="{C06079EA-1034-90B4-C06F-E8D889D792F6}"/>
          </ac:picMkLst>
        </pc:picChg>
        <pc:picChg chg="add del">
          <ac:chgData name="MARCELO JARDIM SOARES JUNIOR" userId="S::marcelo.junior.mj1@csn.com.br::bc55f54c-67c1-4def-9c72-6702cba075ba" providerId="AD" clId="Web-{3A6C7454-0083-71F0-82C3-55F853740603}" dt="2024-09-10T11:52:44.369" v="16"/>
          <ac:picMkLst>
            <pc:docMk/>
            <pc:sldMk cId="28514220" sldId="271"/>
            <ac:picMk id="12" creationId="{DF8A8CAB-9099-471A-B028-115788541359}"/>
          </ac:picMkLst>
        </pc:picChg>
        <pc:picChg chg="del">
          <ac:chgData name="MARCELO JARDIM SOARES JUNIOR" userId="S::marcelo.junior.mj1@csn.com.br::bc55f54c-67c1-4def-9c72-6702cba075ba" providerId="AD" clId="Web-{3A6C7454-0083-71F0-82C3-55F853740603}" dt="2024-09-10T11:50:29.038" v="2"/>
          <ac:picMkLst>
            <pc:docMk/>
            <pc:sldMk cId="28514220" sldId="271"/>
            <ac:picMk id="13" creationId="{5A672914-C5FF-A420-7E56-7BFE26BAE2A8}"/>
          </ac:picMkLst>
        </pc:picChg>
        <pc:picChg chg="del">
          <ac:chgData name="MARCELO JARDIM SOARES JUNIOR" userId="S::marcelo.junior.mj1@csn.com.br::bc55f54c-67c1-4def-9c72-6702cba075ba" providerId="AD" clId="Web-{3A6C7454-0083-71F0-82C3-55F853740603}" dt="2024-09-10T11:50:34.116" v="3"/>
          <ac:picMkLst>
            <pc:docMk/>
            <pc:sldMk cId="28514220" sldId="271"/>
            <ac:picMk id="14" creationId="{42720F5A-83EC-A4A1-89FD-390B6564FB0E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5.449" v="53"/>
          <ac:picMkLst>
            <pc:docMk/>
            <pc:sldMk cId="28514220" sldId="271"/>
            <ac:picMk id="15" creationId="{E95DCACC-5879-5F50-F50E-9E839F74E7B5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7.668" v="54"/>
          <ac:picMkLst>
            <pc:docMk/>
            <pc:sldMk cId="28514220" sldId="271"/>
            <ac:picMk id="16" creationId="{0419D445-438A-3817-52BA-89EEED4733FF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39.233" v="86"/>
          <ac:picMkLst>
            <pc:docMk/>
            <pc:sldMk cId="28514220" sldId="271"/>
            <ac:picMk id="17" creationId="{428CBD58-3CE2-7423-137D-4FBDEAECE77B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40.327" v="87"/>
          <ac:picMkLst>
            <pc:docMk/>
            <pc:sldMk cId="28514220" sldId="271"/>
            <ac:picMk id="18" creationId="{ADC7AD55-C7E6-C875-2C5C-B263C85E5550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41.593" v="88"/>
          <ac:picMkLst>
            <pc:docMk/>
            <pc:sldMk cId="28514220" sldId="271"/>
            <ac:picMk id="19" creationId="{68079C85-6E57-E187-58C9-3656BEC98D62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42.421" v="89"/>
          <ac:picMkLst>
            <pc:docMk/>
            <pc:sldMk cId="28514220" sldId="271"/>
            <ac:picMk id="20" creationId="{20BA784B-D184-C794-3C2F-2447934D2034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41.454" v="96" actId="14100"/>
          <ac:picMkLst>
            <pc:docMk/>
            <pc:sldMk cId="28514220" sldId="271"/>
            <ac:picMk id="21" creationId="{A5B8A8BD-C949-C27C-6F4D-5BE98545116D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46.657" v="98" actId="1076"/>
          <ac:picMkLst>
            <pc:docMk/>
            <pc:sldMk cId="28514220" sldId="271"/>
            <ac:picMk id="22" creationId="{4CA7EF2B-9496-B89F-E3D4-EF97A5B54F86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51.751" v="100" actId="1076"/>
          <ac:picMkLst>
            <pc:docMk/>
            <pc:sldMk cId="28514220" sldId="271"/>
            <ac:picMk id="23" creationId="{4E9C2AB7-8A4E-C660-8F29-05D11BAF0092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56.814" v="102" actId="1076"/>
          <ac:picMkLst>
            <pc:docMk/>
            <pc:sldMk cId="28514220" sldId="271"/>
            <ac:picMk id="24" creationId="{3B46309E-DAAE-637A-0048-30C9D8B2AC35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993886A0-C2E3-5F35-380C-AE76CC90A8D6}"/>
    <pc:docChg chg="modSld">
      <pc:chgData name="MARCELO JARDIM SOARES JUNIOR" userId="S::marcelo.junior.mj1@csn.com.br::e084be25-f1b7-44aa-a097-a73ec2417b13" providerId="AD" clId="Web-{993886A0-C2E3-5F35-380C-AE76CC90A8D6}" dt="2023-06-01T12:41:54.337" v="67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993886A0-C2E3-5F35-380C-AE76CC90A8D6}" dt="2023-06-01T12:41:54.337" v="67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993886A0-C2E3-5F35-380C-AE76CC90A8D6}" dt="2023-06-01T12:41:08.320" v="55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993886A0-C2E3-5F35-380C-AE76CC90A8D6}" dt="2023-06-01T12:41:29.320" v="61" actId="14100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993886A0-C2E3-5F35-380C-AE76CC90A8D6}" dt="2023-06-01T12:41:37.992" v="64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993886A0-C2E3-5F35-380C-AE76CC90A8D6}" dt="2023-06-01T12:41:54.337" v="67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CELO JARDIM SOARES JUNIOR" userId="S::marcelo.junior.mj1@csn.com.br::e084be25-f1b7-44aa-a097-a73ec2417b13" providerId="AD" clId="Web-{993886A0-C2E3-5F35-380C-AE76CC90A8D6}" dt="2023-06-01T11:50:36.460" v="3"/>
          <ac:picMkLst>
            <pc:docMk/>
            <pc:sldMk cId="2928551198" sldId="263"/>
            <ac:picMk id="2" creationId="{58037A73-8C5F-35A6-0BFD-2B379C29094A}"/>
          </ac:picMkLst>
        </pc:picChg>
        <pc:picChg chg="del">
          <ac:chgData name="MARCELO JARDIM SOARES JUNIOR" userId="S::marcelo.junior.mj1@csn.com.br::e084be25-f1b7-44aa-a097-a73ec2417b13" providerId="AD" clId="Web-{993886A0-C2E3-5F35-380C-AE76CC90A8D6}" dt="2023-06-01T11:50:36.460" v="2"/>
          <ac:picMkLst>
            <pc:docMk/>
            <pc:sldMk cId="2928551198" sldId="263"/>
            <ac:picMk id="3" creationId="{67C550D5-97E6-00E5-4BC8-A3863A50766E}"/>
          </ac:picMkLst>
        </pc:picChg>
        <pc:picChg chg="del">
          <ac:chgData name="MARCELO JARDIM SOARES JUNIOR" userId="S::marcelo.junior.mj1@csn.com.br::e084be25-f1b7-44aa-a097-a73ec2417b13" providerId="AD" clId="Web-{993886A0-C2E3-5F35-380C-AE76CC90A8D6}" dt="2023-06-01T11:50:36.460" v="1"/>
          <ac:picMkLst>
            <pc:docMk/>
            <pc:sldMk cId="2928551198" sldId="263"/>
            <ac:picMk id="5" creationId="{1778C37C-808D-0538-F8D2-E7B604869BEE}"/>
          </ac:picMkLst>
        </pc:picChg>
        <pc:picChg chg="del">
          <ac:chgData name="MARCELO JARDIM SOARES JUNIOR" userId="S::marcelo.junior.mj1@csn.com.br::e084be25-f1b7-44aa-a097-a73ec2417b13" providerId="AD" clId="Web-{993886A0-C2E3-5F35-380C-AE76CC90A8D6}" dt="2023-06-01T11:50:36.460" v="0"/>
          <ac:picMkLst>
            <pc:docMk/>
            <pc:sldMk cId="2928551198" sldId="263"/>
            <ac:picMk id="6" creationId="{5B73E2E5-EF1E-3A02-6243-623684AF9FF9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10.414" v="9" actId="14100"/>
          <ac:picMkLst>
            <pc:docMk/>
            <pc:sldMk cId="2928551198" sldId="263"/>
            <ac:picMk id="7" creationId="{599FEE80-010D-A1F1-9862-627EF5C9A867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26.555" v="11" actId="1076"/>
          <ac:picMkLst>
            <pc:docMk/>
            <pc:sldMk cId="2928551198" sldId="263"/>
            <ac:picMk id="8" creationId="{DA85FF6B-78BF-9192-3324-3FB9CD522883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34.712" v="13" actId="1076"/>
          <ac:picMkLst>
            <pc:docMk/>
            <pc:sldMk cId="2928551198" sldId="263"/>
            <ac:picMk id="10" creationId="{79358C04-6A0C-EF80-E053-0903859FA2D0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40.790" v="15" actId="1076"/>
          <ac:picMkLst>
            <pc:docMk/>
            <pc:sldMk cId="2928551198" sldId="263"/>
            <ac:picMk id="11" creationId="{635AAFD4-0679-D96E-DE87-F0B1C7061620}"/>
          </ac:picMkLst>
        </pc:picChg>
      </pc:sldChg>
    </pc:docChg>
  </pc:docChgLst>
  <pc:docChgLst>
    <pc:chgData name="MARIANA MATIAS MELENGATE" userId="S::mariana.melengate@csn.com.br::2ccf716e-76bf-4a28-9405-3486cc2f2957" providerId="AD" clId="Web-{A48196BA-6F77-8622-76A9-07F7F9870F8C}"/>
    <pc:docChg chg="modSld">
      <pc:chgData name="MARIANA MATIAS MELENGATE" userId="S::mariana.melengate@csn.com.br::2ccf716e-76bf-4a28-9405-3486cc2f2957" providerId="AD" clId="Web-{A48196BA-6F77-8622-76A9-07F7F9870F8C}" dt="2024-04-15T17:18:06.448" v="24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A48196BA-6F77-8622-76A9-07F7F9870F8C}" dt="2024-04-15T17:08:37.980" v="59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A48196BA-6F77-8622-76A9-07F7F9870F8C}" dt="2024-04-15T17:06:40.602" v="24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06:44.883" v="26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08:17.901" v="5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08:22.448" v="56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05:55.023" v="0"/>
          <ac:picMkLst>
            <pc:docMk/>
            <pc:sldMk cId="3855834659" sldId="270"/>
            <ac:picMk id="2" creationId="{5696BC28-8CEF-D94C-CC72-9D0BEE684C9A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6:11.617" v="5" actId="1076"/>
          <ac:picMkLst>
            <pc:docMk/>
            <pc:sldMk cId="3855834659" sldId="270"/>
            <ac:picMk id="6" creationId="{8A4891DE-2CD3-F6DA-78C4-C116030F2072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6:45.602" v="27"/>
          <ac:picMkLst>
            <pc:docMk/>
            <pc:sldMk cId="3855834659" sldId="270"/>
            <ac:picMk id="8" creationId="{6939C6DB-10EC-4628-F718-B43FAD081DF1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7:30.650" v="30"/>
          <ac:picMkLst>
            <pc:docMk/>
            <pc:sldMk cId="3855834659" sldId="270"/>
            <ac:picMk id="9" creationId="{43DEB633-DBA1-5886-376F-44DDFAC1C788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8:23.261" v="57"/>
          <ac:picMkLst>
            <pc:docMk/>
            <pc:sldMk cId="3855834659" sldId="270"/>
            <ac:picMk id="11" creationId="{ECAB5D17-7014-4D25-08AA-DD0D4FBCF9A4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6:52.446" v="29" actId="1076"/>
          <ac:picMkLst>
            <pc:docMk/>
            <pc:sldMk cId="3855834659" sldId="270"/>
            <ac:picMk id="12" creationId="{3DCA19FD-E160-82C3-8311-5C1FE8E2B7A5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7:46.916" v="35" actId="1076"/>
          <ac:picMkLst>
            <pc:docMk/>
            <pc:sldMk cId="3855834659" sldId="270"/>
            <ac:picMk id="13" creationId="{29674E2E-52B4-0FBC-CCA0-E33BC805A15C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8:37.980" v="59" actId="1076"/>
          <ac:picMkLst>
            <pc:docMk/>
            <pc:sldMk cId="3855834659" sldId="270"/>
            <ac:picMk id="14" creationId="{D28C9B8C-C943-35EE-460C-EB2CF76B2288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8:06.448" v="249" actId="20577"/>
        <pc:sldMkLst>
          <pc:docMk/>
          <pc:sldMk cId="68872061" sldId="272"/>
        </pc:sldMkLst>
        <pc:spChg chg="mod">
          <ac:chgData name="MARIANA MATIAS MELENGATE" userId="S::mariana.melengate@csn.com.br::2ccf716e-76bf-4a28-9405-3486cc2f2957" providerId="AD" clId="Web-{A48196BA-6F77-8622-76A9-07F7F9870F8C}" dt="2024-04-15T17:18:06.448" v="249" actId="20577"/>
          <ac:spMkLst>
            <pc:docMk/>
            <pc:sldMk cId="68872061" sldId="272"/>
            <ac:spMk id="190" creationId="{A62E69E9-13E5-80B6-732E-5CCB2CE7C6F6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17:36.775" v="244"/>
          <ac:picMkLst>
            <pc:docMk/>
            <pc:sldMk cId="68872061" sldId="272"/>
            <ac:picMk id="2" creationId="{013BADD0-10B5-70B9-E8C9-01D2A17F4F8F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7:45.822" v="247" actId="1076"/>
          <ac:picMkLst>
            <pc:docMk/>
            <pc:sldMk cId="68872061" sldId="272"/>
            <ac:picMk id="6" creationId="{91D9BE33-E126-E3AE-F3DC-75DC3E32C019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7:27.447" v="243" actId="20577"/>
        <pc:sldMkLst>
          <pc:docMk/>
          <pc:sldMk cId="3462647749" sldId="273"/>
        </pc:sldMkLst>
        <pc:spChg chg="mod">
          <ac:chgData name="MARIANA MATIAS MELENGATE" userId="S::mariana.melengate@csn.com.br::2ccf716e-76bf-4a28-9405-3486cc2f2957" providerId="AD" clId="Web-{A48196BA-6F77-8622-76A9-07F7F9870F8C}" dt="2024-04-15T17:15:23.037" v="179" actId="20577"/>
          <ac:spMkLst>
            <pc:docMk/>
            <pc:sldMk cId="3462647749" sldId="273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6:21.492" v="209" actId="20577"/>
          <ac:spMkLst>
            <pc:docMk/>
            <pc:sldMk cId="3462647749" sldId="273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6:26.179" v="211" actId="20577"/>
          <ac:spMkLst>
            <pc:docMk/>
            <pc:sldMk cId="3462647749" sldId="273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7:27.447" v="243" actId="20577"/>
          <ac:spMkLst>
            <pc:docMk/>
            <pc:sldMk cId="3462647749" sldId="273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15:25.569" v="180"/>
          <ac:picMkLst>
            <pc:docMk/>
            <pc:sldMk cId="3462647749" sldId="273"/>
            <ac:picMk id="2" creationId="{FCE0A1CF-C3AE-4191-E97D-0C0821CB1B5E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5:50.944" v="183"/>
          <ac:picMkLst>
            <pc:docMk/>
            <pc:sldMk cId="3462647749" sldId="273"/>
            <ac:picMk id="8" creationId="{7AA04B1A-03FB-9277-5E71-C28E65551A42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6:29.445" v="212"/>
          <ac:picMkLst>
            <pc:docMk/>
            <pc:sldMk cId="3462647749" sldId="273"/>
            <ac:picMk id="9" creationId="{21700046-3E40-4143-2994-AE9DBF8BDB4A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6:45.977" v="215"/>
          <ac:picMkLst>
            <pc:docMk/>
            <pc:sldMk cId="3462647749" sldId="273"/>
            <ac:picMk id="11" creationId="{3B6680EF-A343-7D86-7AE5-86F27769ECBA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5:42.053" v="182" actId="1076"/>
          <ac:picMkLst>
            <pc:docMk/>
            <pc:sldMk cId="3462647749" sldId="273"/>
            <ac:picMk id="12" creationId="{100D00C6-C600-B2B8-D0D8-7A03045F5958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5:58.788" v="186" actId="1076"/>
          <ac:picMkLst>
            <pc:docMk/>
            <pc:sldMk cId="3462647749" sldId="273"/>
            <ac:picMk id="13" creationId="{61183F1D-1877-DF9A-049B-589BDBC82191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6:36.352" v="214" actId="1076"/>
          <ac:picMkLst>
            <pc:docMk/>
            <pc:sldMk cId="3462647749" sldId="273"/>
            <ac:picMk id="14" creationId="{989164C2-E4EC-B518-F32C-6A8F23E6DCE3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7:00.680" v="221" actId="1076"/>
          <ac:picMkLst>
            <pc:docMk/>
            <pc:sldMk cId="3462647749" sldId="273"/>
            <ac:picMk id="15" creationId="{CBF6D0EB-260E-A62A-6090-B57C229B72A7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5:18.584" v="178" actId="20577"/>
        <pc:sldMkLst>
          <pc:docMk/>
          <pc:sldMk cId="1320904978" sldId="274"/>
        </pc:sldMkLst>
        <pc:spChg chg="mod">
          <ac:chgData name="MARIANA MATIAS MELENGATE" userId="S::mariana.melengate@csn.com.br::2ccf716e-76bf-4a28-9405-3486cc2f2957" providerId="AD" clId="Web-{A48196BA-6F77-8622-76A9-07F7F9870F8C}" dt="2024-04-15T17:11:52.407" v="121" actId="20577"/>
          <ac:spMkLst>
            <pc:docMk/>
            <pc:sldMk cId="1320904978" sldId="27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3:58.676" v="144" actId="20577"/>
          <ac:spMkLst>
            <pc:docMk/>
            <pc:sldMk cId="1320904978" sldId="27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4:12.535" v="146" actId="20577"/>
          <ac:spMkLst>
            <pc:docMk/>
            <pc:sldMk cId="1320904978" sldId="27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5:18.584" v="178" actId="20577"/>
          <ac:spMkLst>
            <pc:docMk/>
            <pc:sldMk cId="1320904978" sldId="274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11:55.641" v="122"/>
          <ac:picMkLst>
            <pc:docMk/>
            <pc:sldMk cId="1320904978" sldId="274"/>
            <ac:picMk id="2" creationId="{0FA839F6-A202-1499-4B65-2BE263AE04AA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3:06.815" v="125"/>
          <ac:picMkLst>
            <pc:docMk/>
            <pc:sldMk cId="1320904978" sldId="274"/>
            <ac:picMk id="8" creationId="{6B16CE57-CF5A-CFEB-C28C-17660ADA0A72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4:12.817" v="147"/>
          <ac:picMkLst>
            <pc:docMk/>
            <pc:sldMk cId="1320904978" sldId="274"/>
            <ac:picMk id="9" creationId="{3BDD47DA-4B68-B46C-4761-9380759388E9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4:34.802" v="150"/>
          <ac:picMkLst>
            <pc:docMk/>
            <pc:sldMk cId="1320904978" sldId="274"/>
            <ac:picMk id="11" creationId="{500A2C5A-3C9F-588A-6F33-05D93DF76BA5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2:05.407" v="124" actId="1076"/>
          <ac:picMkLst>
            <pc:docMk/>
            <pc:sldMk cId="1320904978" sldId="274"/>
            <ac:picMk id="12" creationId="{32882CDE-4DF0-8D54-FF30-A97F6E5236DE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3:31.034" v="132" actId="1076"/>
          <ac:picMkLst>
            <pc:docMk/>
            <pc:sldMk cId="1320904978" sldId="274"/>
            <ac:picMk id="13" creationId="{DEDD8CA7-25E7-6284-98D7-3323937BBAAE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4:21.770" v="149" actId="1076"/>
          <ac:picMkLst>
            <pc:docMk/>
            <pc:sldMk cId="1320904978" sldId="274"/>
            <ac:picMk id="14" creationId="{D5C49833-CD83-4871-BD81-421FFACC27D1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4:48.896" v="155" actId="1076"/>
          <ac:picMkLst>
            <pc:docMk/>
            <pc:sldMk cId="1320904978" sldId="274"/>
            <ac:picMk id="15" creationId="{B7F36058-CB3A-AB65-A315-365D1A4F7693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1:47.360" v="120" actId="20577"/>
        <pc:sldMkLst>
          <pc:docMk/>
          <pc:sldMk cId="3777344792" sldId="275"/>
        </pc:sldMkLst>
        <pc:spChg chg="mod">
          <ac:chgData name="MARIANA MATIAS MELENGATE" userId="S::mariana.melengate@csn.com.br::2ccf716e-76bf-4a28-9405-3486cc2f2957" providerId="AD" clId="Web-{A48196BA-6F77-8622-76A9-07F7F9870F8C}" dt="2024-04-15T17:09:02.902" v="64" actId="20577"/>
          <ac:spMkLst>
            <pc:docMk/>
            <pc:sldMk cId="3777344792" sldId="27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0:42.530" v="80" actId="20577"/>
          <ac:spMkLst>
            <pc:docMk/>
            <pc:sldMk cId="3777344792" sldId="27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0:46.061" v="81" actId="20577"/>
          <ac:spMkLst>
            <pc:docMk/>
            <pc:sldMk cId="3777344792" sldId="27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1:47.360" v="120" actId="20577"/>
          <ac:spMkLst>
            <pc:docMk/>
            <pc:sldMk cId="3777344792" sldId="275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08:42.058" v="60"/>
          <ac:picMkLst>
            <pc:docMk/>
            <pc:sldMk cId="3777344792" sldId="275"/>
            <ac:picMk id="2" creationId="{C4B88EBE-2A8B-40A0-A7E7-6B9F6EBED1BA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9:58.326" v="65"/>
          <ac:picMkLst>
            <pc:docMk/>
            <pc:sldMk cId="3777344792" sldId="275"/>
            <ac:picMk id="8" creationId="{45DA6C58-EB9A-420F-C8DC-5B7699ACAA07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0:47.296" v="82"/>
          <ac:picMkLst>
            <pc:docMk/>
            <pc:sldMk cId="3777344792" sldId="275"/>
            <ac:picMk id="9" creationId="{B9A760F7-456D-9190-F4D6-CF8E9C3C4E53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1:06.499" v="85"/>
          <ac:picMkLst>
            <pc:docMk/>
            <pc:sldMk cId="3777344792" sldId="275"/>
            <ac:picMk id="11" creationId="{BCD37487-FF68-364C-BB68-016EC98690F0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8:47.918" v="62" actId="1076"/>
          <ac:picMkLst>
            <pc:docMk/>
            <pc:sldMk cId="3777344792" sldId="275"/>
            <ac:picMk id="12" creationId="{4ECCF522-CD26-638B-4FA0-E9DF0FF4C26F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0:18.186" v="71" actId="1076"/>
          <ac:picMkLst>
            <pc:docMk/>
            <pc:sldMk cId="3777344792" sldId="275"/>
            <ac:picMk id="13" creationId="{BB71603B-7AA7-D1DC-A0F0-1FC4058913B3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0:54.202" v="84" actId="1076"/>
          <ac:picMkLst>
            <pc:docMk/>
            <pc:sldMk cId="3777344792" sldId="275"/>
            <ac:picMk id="14" creationId="{C23C99C8-FE51-5F0C-326D-0C0C635FB322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1:19.906" v="90" actId="1076"/>
          <ac:picMkLst>
            <pc:docMk/>
            <pc:sldMk cId="3777344792" sldId="275"/>
            <ac:picMk id="15" creationId="{EC3FF226-614B-28DF-37DF-60389AAEC4AA}"/>
          </ac:picMkLst>
        </pc:picChg>
      </pc:sldChg>
    </pc:docChg>
  </pc:docChgLst>
  <pc:docChgLst>
    <pc:chgData name="MARIANA MATIAS MELENGATE" userId="S::mariana.melengate@csn.com.br::2ccf716e-76bf-4a28-9405-3486cc2f2957" providerId="AD" clId="Web-{FA2FF04E-8662-C2E9-CDDA-8B541A347C88}"/>
    <pc:docChg chg="modSld">
      <pc:chgData name="MARIANA MATIAS MELENGATE" userId="S::mariana.melengate@csn.com.br::2ccf716e-76bf-4a28-9405-3486cc2f2957" providerId="AD" clId="Web-{FA2FF04E-8662-C2E9-CDDA-8B541A347C88}" dt="2024-05-07T11:43:37.296" v="4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A2FF04E-8662-C2E9-CDDA-8B541A347C88}" dt="2024-05-07T11:43:37.296" v="47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FA2FF04E-8662-C2E9-CDDA-8B541A347C88}" dt="2024-05-07T11:43:18.968" v="41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FA2FF04E-8662-C2E9-CDDA-8B541A347C88}" dt="2024-05-07T11:43:24.140" v="43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FA2FF04E-8662-C2E9-CDDA-8B541A347C88}" dt="2024-05-07T11:43:29.953" v="45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FA2FF04E-8662-C2E9-CDDA-8B541A347C88}" dt="2024-05-07T11:43:37.296" v="47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FA2FF04E-8662-C2E9-CDDA-8B541A347C88}" dt="2024-05-07T11:42:11.435" v="4" actId="1076"/>
          <ac:picMkLst>
            <pc:docMk/>
            <pc:sldMk cId="3855834659" sldId="270"/>
            <ac:picMk id="2" creationId="{AA27A384-0408-B6D8-2698-9BCCA1581AAF}"/>
          </ac:picMkLst>
        </pc:picChg>
        <pc:picChg chg="add mod">
          <ac:chgData name="MARIANA MATIAS MELENGATE" userId="S::mariana.melengate@csn.com.br::2ccf716e-76bf-4a28-9405-3486cc2f2957" providerId="AD" clId="Web-{FA2FF04E-8662-C2E9-CDDA-8B541A347C88}" dt="2024-05-07T11:42:22.076" v="7" actId="1076"/>
          <ac:picMkLst>
            <pc:docMk/>
            <pc:sldMk cId="3855834659" sldId="270"/>
            <ac:picMk id="6" creationId="{8ED0B92E-11F8-5954-C08F-D3973D16E674}"/>
          </ac:picMkLst>
        </pc:picChg>
        <pc:picChg chg="del">
          <ac:chgData name="MARIANA MATIAS MELENGATE" userId="S::mariana.melengate@csn.com.br::2ccf716e-76bf-4a28-9405-3486cc2f2957" providerId="AD" clId="Web-{FA2FF04E-8662-C2E9-CDDA-8B541A347C88}" dt="2024-05-07T11:42:26.107" v="8"/>
          <ac:picMkLst>
            <pc:docMk/>
            <pc:sldMk cId="3855834659" sldId="270"/>
            <ac:picMk id="8" creationId="{8AABA05F-C4D4-0FB8-BA0C-55830E567CA0}"/>
          </ac:picMkLst>
        </pc:picChg>
        <pc:picChg chg="del">
          <ac:chgData name="MARIANA MATIAS MELENGATE" userId="S::mariana.melengate@csn.com.br::2ccf716e-76bf-4a28-9405-3486cc2f2957" providerId="AD" clId="Web-{FA2FF04E-8662-C2E9-CDDA-8B541A347C88}" dt="2024-05-07T11:41:49.169" v="0"/>
          <ac:picMkLst>
            <pc:docMk/>
            <pc:sldMk cId="3855834659" sldId="270"/>
            <ac:picMk id="9" creationId="{1F301169-1C9E-5B94-1C24-6B5BF019C157}"/>
          </ac:picMkLst>
        </pc:picChg>
        <pc:picChg chg="del">
          <ac:chgData name="MARIANA MATIAS MELENGATE" userId="S::mariana.melengate@csn.com.br::2ccf716e-76bf-4a28-9405-3486cc2f2957" providerId="AD" clId="Web-{FA2FF04E-8662-C2E9-CDDA-8B541A347C88}" dt="2024-05-07T11:42:13.888" v="5"/>
          <ac:picMkLst>
            <pc:docMk/>
            <pc:sldMk cId="3855834659" sldId="270"/>
            <ac:picMk id="11" creationId="{5907BA48-F1A1-D49B-EC8D-0EAF8A437BDF}"/>
          </ac:picMkLst>
        </pc:picChg>
        <pc:picChg chg="add mod">
          <ac:chgData name="MARIANA MATIAS MELENGATE" userId="S::mariana.melengate@csn.com.br::2ccf716e-76bf-4a28-9405-3486cc2f2957" providerId="AD" clId="Web-{FA2FF04E-8662-C2E9-CDDA-8B541A347C88}" dt="2024-05-07T11:42:35.904" v="10" actId="1076"/>
          <ac:picMkLst>
            <pc:docMk/>
            <pc:sldMk cId="3855834659" sldId="270"/>
            <ac:picMk id="12" creationId="{18687FA5-27C3-E522-8A92-2263677FF30B}"/>
          </ac:picMkLst>
        </pc:picChg>
        <pc:picChg chg="add mod">
          <ac:chgData name="MARIANA MATIAS MELENGATE" userId="S::mariana.melengate@csn.com.br::2ccf716e-76bf-4a28-9405-3486cc2f2957" providerId="AD" clId="Web-{FA2FF04E-8662-C2E9-CDDA-8B541A347C88}" dt="2024-05-07T11:42:42.123" v="12" actId="1076"/>
          <ac:picMkLst>
            <pc:docMk/>
            <pc:sldMk cId="3855834659" sldId="270"/>
            <ac:picMk id="13" creationId="{ABDCE1AA-C398-B00E-9412-9E608746EE39}"/>
          </ac:picMkLst>
        </pc:picChg>
      </pc:sldChg>
    </pc:docChg>
  </pc:docChgLst>
  <pc:docChgLst>
    <pc:chgData name="MARIANA MATIAS MELENGATE" userId="S::mariana.melengate@csn.com.br::2ccf716e-76bf-4a28-9405-3486cc2f2957" providerId="AD" clId="Web-{B76C168B-4843-79AD-8FD1-192C76DF1018}"/>
    <pc:docChg chg="addSld delSld modSld">
      <pc:chgData name="MARIANA MATIAS MELENGATE" userId="S::mariana.melengate@csn.com.br::2ccf716e-76bf-4a28-9405-3486cc2f2957" providerId="AD" clId="Web-{B76C168B-4843-79AD-8FD1-192C76DF1018}" dt="2023-12-27T12:07:31.143" v="41" actId="1076"/>
      <pc:docMkLst>
        <pc:docMk/>
      </pc:docMkLst>
      <pc:sldChg chg="addSp delSp modSp">
        <pc:chgData name="MARIANA MATIAS MELENGATE" userId="S::mariana.melengate@csn.com.br::2ccf716e-76bf-4a28-9405-3486cc2f2957" providerId="AD" clId="Web-{B76C168B-4843-79AD-8FD1-192C76DF1018}" dt="2023-12-27T12:05:02.437" v="1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76C168B-4843-79AD-8FD1-192C76DF1018}" dt="2023-12-27T12:04:21.170" v="3" actId="1076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B76C168B-4843-79AD-8FD1-192C76DF1018}" dt="2023-12-27T12:04:12.998" v="2" actId="1076"/>
          <ac:picMkLst>
            <pc:docMk/>
            <pc:sldMk cId="0" sldId="256"/>
            <ac:picMk id="4" creationId="{C3FE36DC-6F18-A480-ABE8-96F166C9E947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4:36.248" v="6" actId="1076"/>
          <ac:picMkLst>
            <pc:docMk/>
            <pc:sldMk cId="0" sldId="256"/>
            <ac:picMk id="5" creationId="{1D98AB42-B3FC-8E9F-64A7-C6ACA497953B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4:51.577" v="9" actId="1076"/>
          <ac:picMkLst>
            <pc:docMk/>
            <pc:sldMk cId="0" sldId="256"/>
            <ac:picMk id="7" creationId="{EFC39CA5-F228-DBE5-2570-A461E85EF839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5:02.437" v="12" actId="1076"/>
          <ac:picMkLst>
            <pc:docMk/>
            <pc:sldMk cId="0" sldId="256"/>
            <ac:picMk id="10" creationId="{E2735A08-D3F9-3149-FF07-FEE36AE6E968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00.357" v="0"/>
          <ac:picMkLst>
            <pc:docMk/>
            <pc:sldMk cId="0" sldId="256"/>
            <ac:picMk id="103" creationId="{00000000-0000-0000-0000-000000000000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45.483" v="7"/>
          <ac:picMkLst>
            <pc:docMk/>
            <pc:sldMk cId="0" sldId="256"/>
            <ac:picMk id="128" creationId="{00000000-0000-0000-0000-000000000000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56.358" v="10"/>
          <ac:picMkLst>
            <pc:docMk/>
            <pc:sldMk cId="0" sldId="256"/>
            <ac:picMk id="153" creationId="{00000000-0000-0000-0000-000000000000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29.451" v="4"/>
          <ac:picMkLst>
            <pc:docMk/>
            <pc:sldMk cId="0" sldId="256"/>
            <ac:picMk id="178" creationId="{00000000-0000-0000-0000-000000000000}"/>
          </ac:picMkLst>
        </pc:picChg>
      </pc:sldChg>
      <pc:sldChg chg="addSp delSp modSp">
        <pc:chgData name="MARIANA MATIAS MELENGATE" userId="S::mariana.melengate@csn.com.br::2ccf716e-76bf-4a28-9405-3486cc2f2957" providerId="AD" clId="Web-{B76C168B-4843-79AD-8FD1-192C76DF1018}" dt="2023-12-27T12:06:09.141" v="26" actId="1076"/>
        <pc:sldMkLst>
          <pc:docMk/>
          <pc:sldMk cId="2213709317" sldId="264"/>
        </pc:sldMkLst>
        <pc:spChg chg="mod">
          <ac:chgData name="MARIANA MATIAS MELENGATE" userId="S::mariana.melengate@csn.com.br::2ccf716e-76bf-4a28-9405-3486cc2f2957" providerId="AD" clId="Web-{B76C168B-4843-79AD-8FD1-192C76DF1018}" dt="2023-12-27T12:05:16.077" v="14" actId="1076"/>
          <ac:spMkLst>
            <pc:docMk/>
            <pc:sldMk cId="2213709317" sldId="264"/>
            <ac:spMk id="191" creationId="{DA256D7F-ED66-24F8-BD52-393189F06FB0}"/>
          </ac:spMkLst>
        </pc:spChg>
        <pc:picChg chg="add mod">
          <ac:chgData name="MARIANA MATIAS MELENGATE" userId="S::mariana.melengate@csn.com.br::2ccf716e-76bf-4a28-9405-3486cc2f2957" providerId="AD" clId="Web-{B76C168B-4843-79AD-8FD1-192C76DF1018}" dt="2023-12-27T12:05:36.797" v="19" actId="1076"/>
          <ac:picMkLst>
            <pc:docMk/>
            <pc:sldMk cId="2213709317" sldId="264"/>
            <ac:picMk id="4" creationId="{AFAED2F9-4DB0-8883-5329-9942BE2A12DB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6:09.141" v="26" actId="1076"/>
          <ac:picMkLst>
            <pc:docMk/>
            <pc:sldMk cId="2213709317" sldId="264"/>
            <ac:picMk id="5" creationId="{5E61BA05-AF6F-344F-F6DC-C001C2C8BAF7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5:52.875" v="23" actId="1076"/>
          <ac:picMkLst>
            <pc:docMk/>
            <pc:sldMk cId="2213709317" sldId="264"/>
            <ac:picMk id="7" creationId="{7D3F5D70-0F6F-BCB3-2F2C-5D95B6303361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6:01.016" v="25" actId="1076"/>
          <ac:picMkLst>
            <pc:docMk/>
            <pc:sldMk cId="2213709317" sldId="264"/>
            <ac:picMk id="10" creationId="{FC0316A8-3596-E4EF-5DA5-6E6CC75DA3BF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08.609" v="13"/>
          <ac:picMkLst>
            <pc:docMk/>
            <pc:sldMk cId="2213709317" sldId="264"/>
            <ac:picMk id="103" creationId="{8DE4CF69-7C0E-D5A3-BD9C-A8FBFB992431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25.640" v="16"/>
          <ac:picMkLst>
            <pc:docMk/>
            <pc:sldMk cId="2213709317" sldId="264"/>
            <ac:picMk id="128" creationId="{988D42DC-3F04-190C-79C9-A4BC2956F38D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29.109" v="17"/>
          <ac:picMkLst>
            <pc:docMk/>
            <pc:sldMk cId="2213709317" sldId="264"/>
            <ac:picMk id="153" creationId="{84706871-05CC-01EE-18CF-9DC1C4454E29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19.828" v="15"/>
          <ac:picMkLst>
            <pc:docMk/>
            <pc:sldMk cId="2213709317" sldId="264"/>
            <ac:picMk id="178" creationId="{F47C96A5-E354-3701-ECE2-3AF6ACF2A6BA}"/>
          </ac:picMkLst>
        </pc:picChg>
      </pc:sldChg>
      <pc:sldChg chg="del">
        <pc:chgData name="MARIANA MATIAS MELENGATE" userId="S::mariana.melengate@csn.com.br::2ccf716e-76bf-4a28-9405-3486cc2f2957" providerId="AD" clId="Web-{B76C168B-4843-79AD-8FD1-192C76DF1018}" dt="2023-12-27T12:06:34.314" v="28"/>
        <pc:sldMkLst>
          <pc:docMk/>
          <pc:sldMk cId="3946423715" sldId="265"/>
        </pc:sldMkLst>
      </pc:sldChg>
      <pc:sldChg chg="del">
        <pc:chgData name="MARIANA MATIAS MELENGATE" userId="S::mariana.melengate@csn.com.br::2ccf716e-76bf-4a28-9405-3486cc2f2957" providerId="AD" clId="Web-{B76C168B-4843-79AD-8FD1-192C76DF1018}" dt="2023-12-27T12:06:42.033" v="30"/>
        <pc:sldMkLst>
          <pc:docMk/>
          <pc:sldMk cId="3610036890" sldId="266"/>
        </pc:sldMkLst>
      </pc:sldChg>
      <pc:sldChg chg="del">
        <pc:chgData name="MARIANA MATIAS MELENGATE" userId="S::mariana.melengate@csn.com.br::2ccf716e-76bf-4a28-9405-3486cc2f2957" providerId="AD" clId="Web-{B76C168B-4843-79AD-8FD1-192C76DF1018}" dt="2023-12-27T12:06:37.642" v="29"/>
        <pc:sldMkLst>
          <pc:docMk/>
          <pc:sldMk cId="2735318868" sldId="267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24.970" v="27"/>
        <pc:sldMkLst>
          <pc:docMk/>
          <pc:sldMk cId="1071635418" sldId="268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46.033" v="31"/>
        <pc:sldMkLst>
          <pc:docMk/>
          <pc:sldMk cId="411026970" sldId="269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51.377" v="32"/>
        <pc:sldMkLst>
          <pc:docMk/>
          <pc:sldMk cId="3855834659" sldId="270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55.127" v="33"/>
        <pc:sldMkLst>
          <pc:docMk/>
          <pc:sldMk cId="3720472455" sldId="271"/>
        </pc:sldMkLst>
      </pc:sldChg>
      <pc:sldChg chg="addSp delSp modSp add replId">
        <pc:chgData name="MARIANA MATIAS MELENGATE" userId="S::mariana.melengate@csn.com.br::2ccf716e-76bf-4a28-9405-3486cc2f2957" providerId="AD" clId="Web-{B76C168B-4843-79AD-8FD1-192C76DF1018}" dt="2023-12-27T12:07:31.143" v="41" actId="1076"/>
        <pc:sldMkLst>
          <pc:docMk/>
          <pc:sldMk cId="846089076" sldId="272"/>
        </pc:sldMkLst>
        <pc:picChg chg="add mod">
          <ac:chgData name="MARIANA MATIAS MELENGATE" userId="S::mariana.melengate@csn.com.br::2ccf716e-76bf-4a28-9405-3486cc2f2957" providerId="AD" clId="Web-{B76C168B-4843-79AD-8FD1-192C76DF1018}" dt="2023-12-27T12:07:21.815" v="38" actId="1076"/>
          <ac:picMkLst>
            <pc:docMk/>
            <pc:sldMk cId="846089076" sldId="272"/>
            <ac:picMk id="2" creationId="{7CA9EE71-9C5D-19F1-96B3-FFAC73E334EA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7:31.143" v="41" actId="1076"/>
          <ac:picMkLst>
            <pc:docMk/>
            <pc:sldMk cId="846089076" sldId="272"/>
            <ac:picMk id="3" creationId="{F51FD777-D56E-B8F5-25EA-8AEA916C5A17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7:09.596" v="36"/>
          <ac:picMkLst>
            <pc:docMk/>
            <pc:sldMk cId="846089076" sldId="272"/>
            <ac:picMk id="13" creationId="{4A54D7CB-936C-33F9-4E72-D60FBE19265D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7:25.721" v="39"/>
          <ac:picMkLst>
            <pc:docMk/>
            <pc:sldMk cId="846089076" sldId="272"/>
            <ac:picMk id="23" creationId="{E6FE878E-D338-5CFF-1C5F-10E912C36CA3}"/>
          </ac:picMkLst>
        </pc:picChg>
      </pc:sldChg>
    </pc:docChg>
  </pc:docChgLst>
  <pc:docChgLst>
    <pc:chgData name="MARIANA MATIAS MELENGATE" userId="S::mariana.melengate@csn.com.br::2ccf716e-76bf-4a28-9405-3486cc2f2957" providerId="AD" clId="Web-{3579D313-54C3-3AAC-6703-FB122174B802}"/>
    <pc:docChg chg="addSld modSld">
      <pc:chgData name="MARIANA MATIAS MELENGATE" userId="S::mariana.melengate@csn.com.br::2ccf716e-76bf-4a28-9405-3486cc2f2957" providerId="AD" clId="Web-{3579D313-54C3-3AAC-6703-FB122174B802}" dt="2024-05-27T18:14:43.747" v="12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579D313-54C3-3AAC-6703-FB122174B802}" dt="2024-05-27T18:10:26.178" v="85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3579D313-54C3-3AAC-6703-FB122174B802}" dt="2024-05-27T18:09:56.537" v="79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0:13.178" v="81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0:19.615" v="83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0:26.178" v="85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579D313-54C3-3AAC-6703-FB122174B802}" dt="2024-05-27T18:07:26.314" v="0"/>
          <ac:picMkLst>
            <pc:docMk/>
            <pc:sldMk cId="3855834659" sldId="270"/>
            <ac:picMk id="2" creationId="{AA27A384-0408-B6D8-2698-9BCCA1581AAF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07:56.237" v="4"/>
          <ac:picMkLst>
            <pc:docMk/>
            <pc:sldMk cId="3855834659" sldId="270"/>
            <ac:picMk id="6" creationId="{8ED0B92E-11F8-5954-C08F-D3973D16E674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7:37.361" v="3" actId="1076"/>
          <ac:picMkLst>
            <pc:docMk/>
            <pc:sldMk cId="3855834659" sldId="270"/>
            <ac:picMk id="8" creationId="{E6BF18F3-EC09-B221-D6E3-82FFF11367A2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8:04.940" v="6" actId="1076"/>
          <ac:picMkLst>
            <pc:docMk/>
            <pc:sldMk cId="3855834659" sldId="270"/>
            <ac:picMk id="9" creationId="{A9E0BCE2-CCA9-03AE-C00B-85955D00B3D0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8:21.441" v="9" actId="1076"/>
          <ac:picMkLst>
            <pc:docMk/>
            <pc:sldMk cId="3855834659" sldId="270"/>
            <ac:picMk id="11" creationId="{F2A6CB5A-8900-93F8-53B1-4CD64C201CAF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08:13.987" v="7"/>
          <ac:picMkLst>
            <pc:docMk/>
            <pc:sldMk cId="3855834659" sldId="270"/>
            <ac:picMk id="12" creationId="{18687FA5-27C3-E522-8A92-2263677FF30B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08:23.159" v="10"/>
          <ac:picMkLst>
            <pc:docMk/>
            <pc:sldMk cId="3855834659" sldId="270"/>
            <ac:picMk id="13" creationId="{ABDCE1AA-C398-B00E-9412-9E608746EE39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8:31.175" v="12" actId="1076"/>
          <ac:picMkLst>
            <pc:docMk/>
            <pc:sldMk cId="3855834659" sldId="270"/>
            <ac:picMk id="14" creationId="{B52B489B-8ECC-61E7-31C7-C3A1B0060F26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579D313-54C3-3AAC-6703-FB122174B802}" dt="2024-05-27T18:14:43.747" v="129" actId="20577"/>
        <pc:sldMkLst>
          <pc:docMk/>
          <pc:sldMk cId="3654094983" sldId="290"/>
        </pc:sldMkLst>
        <pc:spChg chg="mod">
          <ac:chgData name="MARIANA MATIAS MELENGATE" userId="S::mariana.melengate@csn.com.br::2ccf716e-76bf-4a28-9405-3486cc2f2957" providerId="AD" clId="Web-{3579D313-54C3-3AAC-6703-FB122174B802}" dt="2024-05-27T18:14:17.215" v="123" actId="20577"/>
          <ac:spMkLst>
            <pc:docMk/>
            <pc:sldMk cId="3654094983" sldId="29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4:22.200" v="125" actId="20577"/>
          <ac:spMkLst>
            <pc:docMk/>
            <pc:sldMk cId="3654094983" sldId="29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4:27.794" v="127" actId="20577"/>
          <ac:spMkLst>
            <pc:docMk/>
            <pc:sldMk cId="3654094983" sldId="29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4:43.747" v="129" actId="20577"/>
          <ac:spMkLst>
            <pc:docMk/>
            <pc:sldMk cId="3654094983" sldId="29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579D313-54C3-3AAC-6703-FB122174B802}" dt="2024-05-27T18:13:14.745" v="90" actId="1076"/>
          <ac:picMkLst>
            <pc:docMk/>
            <pc:sldMk cId="3654094983" sldId="290"/>
            <ac:picMk id="2" creationId="{354C1658-4F26-9F51-F53C-6F379930207A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13:30.042" v="95" actId="1076"/>
          <ac:picMkLst>
            <pc:docMk/>
            <pc:sldMk cId="3654094983" sldId="290"/>
            <ac:picMk id="6" creationId="{3824F48C-C6CB-6119-9441-AE9F4420AFDD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06.495" v="87"/>
          <ac:picMkLst>
            <pc:docMk/>
            <pc:sldMk cId="3654094983" sldId="290"/>
            <ac:picMk id="8" creationId="{E6BF18F3-EC09-B221-D6E3-82FFF11367A2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18.057" v="91"/>
          <ac:picMkLst>
            <pc:docMk/>
            <pc:sldMk cId="3654094983" sldId="290"/>
            <ac:picMk id="9" creationId="{A9E0BCE2-CCA9-03AE-C00B-85955D00B3D0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31.714" v="96"/>
          <ac:picMkLst>
            <pc:docMk/>
            <pc:sldMk cId="3654094983" sldId="290"/>
            <ac:picMk id="11" creationId="{F2A6CB5A-8900-93F8-53B1-4CD64C201CAF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13:41.230" v="99" actId="1076"/>
          <ac:picMkLst>
            <pc:docMk/>
            <pc:sldMk cId="3654094983" sldId="290"/>
            <ac:picMk id="12" creationId="{C6152CAB-34C4-F44F-8932-99875C85FAEF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13:47.777" v="101" actId="1076"/>
          <ac:picMkLst>
            <pc:docMk/>
            <pc:sldMk cId="3654094983" sldId="290"/>
            <ac:picMk id="13" creationId="{8AC8B63C-02AF-077C-4378-1B66B5698CD9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34.355" v="97"/>
          <ac:picMkLst>
            <pc:docMk/>
            <pc:sldMk cId="3654094983" sldId="290"/>
            <ac:picMk id="14" creationId="{B52B489B-8ECC-61E7-31C7-C3A1B0060F26}"/>
          </ac:picMkLst>
        </pc:picChg>
      </pc:sldChg>
    </pc:docChg>
  </pc:docChgLst>
  <pc:docChgLst>
    <pc:chgData name="MARIANA MATIAS MELENGATE" userId="S::mariana.melengate@csn.com.br::2ccf716e-76bf-4a28-9405-3486cc2f2957" providerId="AD" clId="Web-{6ECFB6AB-231B-1A74-B347-C68032535EAA}"/>
    <pc:docChg chg="modSld">
      <pc:chgData name="MARIANA MATIAS MELENGATE" userId="S::mariana.melengate@csn.com.br::2ccf716e-76bf-4a28-9405-3486cc2f2957" providerId="AD" clId="Web-{6ECFB6AB-231B-1A74-B347-C68032535EAA}" dt="2023-06-01T12:09:33.495" v="123" actId="1076"/>
      <pc:docMkLst>
        <pc:docMk/>
      </pc:docMkLst>
      <pc:sldChg chg="addSp delSp modSp">
        <pc:chgData name="MARIANA MATIAS MELENGATE" userId="S::mariana.melengate@csn.com.br::2ccf716e-76bf-4a28-9405-3486cc2f2957" providerId="AD" clId="Web-{6ECFB6AB-231B-1A74-B347-C68032535EAA}" dt="2023-06-01T12:09:33.495" v="123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6ECFB6AB-231B-1A74-B347-C68032535EAA}" dt="2023-06-01T11:51:59.474" v="4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ECFB6AB-231B-1A74-B347-C68032535EAA}" dt="2023-06-01T11:52:21.959" v="4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ECFB6AB-231B-1A74-B347-C68032535EAA}" dt="2023-06-01T11:52:55.397" v="10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ECFB6AB-231B-1A74-B347-C68032535EAA}" dt="2023-06-01T12:07:06.680" v="105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6ECFB6AB-231B-1A74-B347-C68032535EAA}" dt="2023-06-01T12:07:17.352" v="110" actId="1076"/>
          <ac:picMkLst>
            <pc:docMk/>
            <pc:sldMk cId="0" sldId="256"/>
            <ac:picMk id="2" creationId="{E7029D3A-8B62-ADF9-7A62-D44887958D62}"/>
          </ac:picMkLst>
        </pc:picChg>
        <pc:picChg chg="add mod">
          <ac:chgData name="MARIANA MATIAS MELENGATE" userId="S::mariana.melengate@csn.com.br::2ccf716e-76bf-4a28-9405-3486cc2f2957" providerId="AD" clId="Web-{6ECFB6AB-231B-1A74-B347-C68032535EAA}" dt="2023-06-01T12:07:26.211" v="113" actId="1076"/>
          <ac:picMkLst>
            <pc:docMk/>
            <pc:sldMk cId="0" sldId="256"/>
            <ac:picMk id="4" creationId="{4AF141C6-9765-9C80-944C-8622DB816D2A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10.289" v="107"/>
          <ac:picMkLst>
            <pc:docMk/>
            <pc:sldMk cId="0" sldId="256"/>
            <ac:picMk id="5" creationId="{2633FF63-4A14-E336-7022-A3AF2E79B943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22.164" v="111"/>
          <ac:picMkLst>
            <pc:docMk/>
            <pc:sldMk cId="0" sldId="256"/>
            <ac:picMk id="6" creationId="{2AB34405-5267-F182-9F27-E790D598C553}"/>
          </ac:picMkLst>
        </pc:picChg>
        <pc:picChg chg="add mod">
          <ac:chgData name="MARIANA MATIAS MELENGATE" userId="S::mariana.melengate@csn.com.br::2ccf716e-76bf-4a28-9405-3486cc2f2957" providerId="AD" clId="Web-{6ECFB6AB-231B-1A74-B347-C68032535EAA}" dt="2023-06-01T12:09:03.572" v="119" actId="14100"/>
          <ac:picMkLst>
            <pc:docMk/>
            <pc:sldMk cId="0" sldId="256"/>
            <ac:picMk id="7" creationId="{0AAF31C9-1B98-D687-C212-6A1E1669AB9E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28.352" v="114"/>
          <ac:picMkLst>
            <pc:docMk/>
            <pc:sldMk cId="0" sldId="256"/>
            <ac:picMk id="8" creationId="{6DE2A5A2-F683-4720-D976-B3ED35112EA5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30.055" v="115"/>
          <ac:picMkLst>
            <pc:docMk/>
            <pc:sldMk cId="0" sldId="256"/>
            <ac:picMk id="9" creationId="{F0CED77A-3BFA-B623-8FFE-7A2FD659B4FF}"/>
          </ac:picMkLst>
        </pc:picChg>
        <pc:picChg chg="add mod">
          <ac:chgData name="MARIANA MATIAS MELENGATE" userId="S::mariana.melengate@csn.com.br::2ccf716e-76bf-4a28-9405-3486cc2f2957" providerId="AD" clId="Web-{6ECFB6AB-231B-1A74-B347-C68032535EAA}" dt="2023-06-01T12:09:33.495" v="123" actId="1076"/>
          <ac:picMkLst>
            <pc:docMk/>
            <pc:sldMk cId="0" sldId="256"/>
            <ac:picMk id="10" creationId="{6705312A-28EF-80DB-8CEA-E81D794939BE}"/>
          </ac:picMkLst>
        </pc:picChg>
      </pc:sldChg>
    </pc:docChg>
  </pc:docChgLst>
  <pc:docChgLst>
    <pc:chgData clId="Web-{3FA07827-2FFB-46CD-D060-3A6ECE10DB2A}"/>
    <pc:docChg chg="modSld">
      <pc:chgData name="" userId="" providerId="" clId="Web-{3FA07827-2FFB-46CD-D060-3A6ECE10DB2A}" dt="2023-09-25T17:22:27.443" v="2"/>
      <pc:docMkLst>
        <pc:docMk/>
      </pc:docMkLst>
      <pc:sldChg chg="delSp">
        <pc:chgData name="" userId="" providerId="" clId="Web-{3FA07827-2FFB-46CD-D060-3A6ECE10DB2A}" dt="2023-09-25T17:22:27.443" v="2"/>
        <pc:sldMkLst>
          <pc:docMk/>
          <pc:sldMk cId="0" sldId="256"/>
        </pc:sldMkLst>
        <pc:picChg chg="del">
          <ac:chgData name="" userId="" providerId="" clId="Web-{3FA07827-2FFB-46CD-D060-3A6ECE10DB2A}" dt="2023-09-25T17:22:25.068" v="0"/>
          <ac:picMkLst>
            <pc:docMk/>
            <pc:sldMk cId="0" sldId="256"/>
            <ac:picMk id="7" creationId="{5876630D-489D-E5EC-5826-B257C6D85001}"/>
          </ac:picMkLst>
        </pc:picChg>
        <pc:picChg chg="del">
          <ac:chgData name="" userId="" providerId="" clId="Web-{3FA07827-2FFB-46CD-D060-3A6ECE10DB2A}" dt="2023-09-25T17:22:27.349" v="1"/>
          <ac:picMkLst>
            <pc:docMk/>
            <pc:sldMk cId="0" sldId="256"/>
            <ac:picMk id="8" creationId="{248E6EF9-439B-3E08-4040-93D4DA67B061}"/>
          </ac:picMkLst>
        </pc:picChg>
        <pc:picChg chg="del">
          <ac:chgData name="" userId="" providerId="" clId="Web-{3FA07827-2FFB-46CD-D060-3A6ECE10DB2A}" dt="2023-09-25T17:22:27.443" v="2"/>
          <ac:picMkLst>
            <pc:docMk/>
            <pc:sldMk cId="0" sldId="256"/>
            <ac:picMk id="9" creationId="{71D4879F-AAC2-6F5F-700A-25EBAB33A956}"/>
          </ac:picMkLst>
        </pc:picChg>
      </pc:sldChg>
    </pc:docChg>
  </pc:docChgLst>
  <pc:docChgLst>
    <pc:chgData name="MARIANA MATIAS MELENGATE" userId="S::mariana.melengate@csn.com.br::2ccf716e-76bf-4a28-9405-3486cc2f2957" providerId="AD" clId="Web-{05F1C5A5-42A5-804F-2D4C-59DCB1DB55C7}"/>
    <pc:docChg chg="modSld">
      <pc:chgData name="MARIANA MATIAS MELENGATE" userId="S::mariana.melengate@csn.com.br::2ccf716e-76bf-4a28-9405-3486cc2f2957" providerId="AD" clId="Web-{05F1C5A5-42A5-804F-2D4C-59DCB1DB55C7}" dt="2023-03-23T12:57:43.770" v="91" actId="20577"/>
      <pc:docMkLst>
        <pc:docMk/>
      </pc:docMkLst>
      <pc:sldChg chg="addSp modSp">
        <pc:chgData name="MARIANA MATIAS MELENGATE" userId="S::mariana.melengate@csn.com.br::2ccf716e-76bf-4a28-9405-3486cc2f2957" providerId="AD" clId="Web-{05F1C5A5-42A5-804F-2D4C-59DCB1DB55C7}" dt="2023-03-23T12:57:43.770" v="91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05F1C5A5-42A5-804F-2D4C-59DCB1DB55C7}" dt="2023-03-23T12:57:43.770" v="91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05F1C5A5-42A5-804F-2D4C-59DCB1DB55C7}" dt="2023-03-23T12:57:38.363" v="89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05F1C5A5-42A5-804F-2D4C-59DCB1DB55C7}" dt="2023-03-23T12:57:25.784" v="85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05F1C5A5-42A5-804F-2D4C-59DCB1DB55C7}" dt="2023-03-23T12:57:31.238" v="87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MARIANA MATIAS MELENGATE" userId="S::mariana.melengate@csn.com.br::2ccf716e-76bf-4a28-9405-3486cc2f2957" providerId="AD" clId="Web-{05F1C5A5-42A5-804F-2D4C-59DCB1DB55C7}" dt="2023-03-23T12:52:36.199" v="4" actId="1076"/>
          <ac:picMkLst>
            <pc:docMk/>
            <pc:sldMk cId="2928551198" sldId="263"/>
            <ac:picMk id="2" creationId="{0BB155D3-59D2-91C9-B5A1-3238E86B27B3}"/>
          </ac:picMkLst>
        </pc:picChg>
        <pc:picChg chg="add mod">
          <ac:chgData name="MARIANA MATIAS MELENGATE" userId="S::mariana.melengate@csn.com.br::2ccf716e-76bf-4a28-9405-3486cc2f2957" providerId="AD" clId="Web-{05F1C5A5-42A5-804F-2D4C-59DCB1DB55C7}" dt="2023-03-23T12:54:24.942" v="49" actId="1076"/>
          <ac:picMkLst>
            <pc:docMk/>
            <pc:sldMk cId="2928551198" sldId="263"/>
            <ac:picMk id="3" creationId="{478E1D7A-AE1A-5DE8-B1B7-F9CFE6085605}"/>
          </ac:picMkLst>
        </pc:picChg>
        <pc:picChg chg="add mod">
          <ac:chgData name="MARIANA MATIAS MELENGATE" userId="S::mariana.melengate@csn.com.br::2ccf716e-76bf-4a28-9405-3486cc2f2957" providerId="AD" clId="Web-{05F1C5A5-42A5-804F-2D4C-59DCB1DB55C7}" dt="2023-03-23T12:54:40.552" v="53" actId="1076"/>
          <ac:picMkLst>
            <pc:docMk/>
            <pc:sldMk cId="2928551198" sldId="263"/>
            <ac:picMk id="5" creationId="{606ACF21-2AAB-D8A2-D9D6-FADA582B91B8}"/>
          </ac:picMkLst>
        </pc:picChg>
        <pc:picChg chg="add mod">
          <ac:chgData name="MARIANA MATIAS MELENGATE" userId="S::mariana.melengate@csn.com.br::2ccf716e-76bf-4a28-9405-3486cc2f2957" providerId="AD" clId="Web-{05F1C5A5-42A5-804F-2D4C-59DCB1DB55C7}" dt="2023-03-23T12:54:37.177" v="52" actId="1076"/>
          <ac:picMkLst>
            <pc:docMk/>
            <pc:sldMk cId="2928551198" sldId="263"/>
            <ac:picMk id="6" creationId="{AC03720E-283C-F1AF-CDD7-E56C2D095937}"/>
          </ac:picMkLst>
        </pc:picChg>
      </pc:sldChg>
    </pc:docChg>
  </pc:docChgLst>
  <pc:docChgLst>
    <pc:chgData name="MARIANA MATIAS MELENGATE" userId="S::mariana.melengate@csn.com.br::2ccf716e-76bf-4a28-9405-3486cc2f2957" providerId="AD" clId="Web-{A74C274A-023C-311D-38A0-EA1FC263584B}"/>
    <pc:docChg chg="addSld modSld">
      <pc:chgData name="MARIANA MATIAS MELENGATE" userId="S::mariana.melengate@csn.com.br::2ccf716e-76bf-4a28-9405-3486cc2f2957" providerId="AD" clId="Web-{A74C274A-023C-311D-38A0-EA1FC263584B}" dt="2024-06-12T11:30:52.973" v="141" actId="1076"/>
      <pc:docMkLst>
        <pc:docMk/>
      </pc:docMkLst>
      <pc:sldChg chg="addSp delSp modSp">
        <pc:chgData name="MARIANA MATIAS MELENGATE" userId="S::mariana.melengate@csn.com.br::2ccf716e-76bf-4a28-9405-3486cc2f2957" providerId="AD" clId="Web-{A74C274A-023C-311D-38A0-EA1FC263584B}" dt="2024-06-12T11:24:08.229" v="4" actId="1076"/>
        <pc:sldMkLst>
          <pc:docMk/>
          <pc:sldMk cId="3855834659" sldId="270"/>
        </pc:sldMkLst>
        <pc:picChg chg="add mod">
          <ac:chgData name="MARIANA MATIAS MELENGATE" userId="S::mariana.melengate@csn.com.br::2ccf716e-76bf-4a28-9405-3486cc2f2957" providerId="AD" clId="Web-{A74C274A-023C-311D-38A0-EA1FC263584B}" dt="2024-06-12T11:24:08.229" v="4" actId="1076"/>
          <ac:picMkLst>
            <pc:docMk/>
            <pc:sldMk cId="3855834659" sldId="270"/>
            <ac:picMk id="2" creationId="{05361623-210A-5B00-A5C1-DAA034B294AC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00.542" v="0"/>
          <ac:picMkLst>
            <pc:docMk/>
            <pc:sldMk cId="3855834659" sldId="270"/>
            <ac:picMk id="9" creationId="{323A19F0-02F5-0635-951E-DE3A10F41296}"/>
          </ac:picMkLst>
        </pc:picChg>
      </pc:sldChg>
      <pc:sldChg chg="addSp delSp modSp">
        <pc:chgData name="MARIANA MATIAS MELENGATE" userId="S::mariana.melengate@csn.com.br::2ccf716e-76bf-4a28-9405-3486cc2f2957" providerId="AD" clId="Web-{A74C274A-023C-311D-38A0-EA1FC263584B}" dt="2024-06-12T11:27:47" v="67" actId="20577"/>
        <pc:sldMkLst>
          <pc:docMk/>
          <pc:sldMk cId="3654094983" sldId="290"/>
        </pc:sldMkLst>
        <pc:spChg chg="mod">
          <ac:chgData name="MARIANA MATIAS MELENGATE" userId="S::mariana.melengate@csn.com.br::2ccf716e-76bf-4a28-9405-3486cc2f2957" providerId="AD" clId="Web-{A74C274A-023C-311D-38A0-EA1FC263584B}" dt="2024-06-12T11:25:25.716" v="31" actId="20577"/>
          <ac:spMkLst>
            <pc:docMk/>
            <pc:sldMk cId="3654094983" sldId="29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27:47" v="67" actId="20577"/>
          <ac:spMkLst>
            <pc:docMk/>
            <pc:sldMk cId="3654094983" sldId="29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26:10.701" v="43" actId="20577"/>
          <ac:spMkLst>
            <pc:docMk/>
            <pc:sldMk cId="3654094983" sldId="29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26:27.873" v="56" actId="20577"/>
          <ac:spMkLst>
            <pc:docMk/>
            <pc:sldMk cId="3654094983" sldId="29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74C274A-023C-311D-38A0-EA1FC263584B}" dt="2024-06-12T11:24:29.136" v="9" actId="1076"/>
          <ac:picMkLst>
            <pc:docMk/>
            <pc:sldMk cId="3654094983" sldId="290"/>
            <ac:picMk id="6" creationId="{B7A153AC-4C2A-1BB4-3B96-E272C73735E0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18.964" v="5"/>
          <ac:picMkLst>
            <pc:docMk/>
            <pc:sldMk cId="3654094983" sldId="290"/>
            <ac:picMk id="8" creationId="{8EBB1CEA-85D6-CA73-2241-7563CEE2CE0D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31.105" v="10"/>
          <ac:picMkLst>
            <pc:docMk/>
            <pc:sldMk cId="3654094983" sldId="290"/>
            <ac:picMk id="9" creationId="{489DA69E-00F5-058A-57BD-39758F791FB9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32.433" v="11"/>
          <ac:picMkLst>
            <pc:docMk/>
            <pc:sldMk cId="3654094983" sldId="290"/>
            <ac:picMk id="11" creationId="{59D568DE-5297-3468-EB92-5FD28AEA5AEF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4:44.636" v="15" actId="1076"/>
          <ac:picMkLst>
            <pc:docMk/>
            <pc:sldMk cId="3654094983" sldId="290"/>
            <ac:picMk id="12" creationId="{439C5863-7B13-46F9-099B-81D455AF0FE9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4:52.230" v="17" actId="1076"/>
          <ac:picMkLst>
            <pc:docMk/>
            <pc:sldMk cId="3654094983" sldId="290"/>
            <ac:picMk id="13" creationId="{BA49DE84-495E-0ECC-C004-0A229C2CC4A5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33.574" v="12"/>
          <ac:picMkLst>
            <pc:docMk/>
            <pc:sldMk cId="3654094983" sldId="290"/>
            <ac:picMk id="14" creationId="{E551E83B-48A5-9221-1DA0-E3365237324A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5:00.012" v="19" actId="1076"/>
          <ac:picMkLst>
            <pc:docMk/>
            <pc:sldMk cId="3654094983" sldId="290"/>
            <ac:picMk id="15" creationId="{539890C0-3A27-8F6D-8F69-80E979F52B92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74C274A-023C-311D-38A0-EA1FC263584B}" dt="2024-06-12T11:30:52.973" v="141" actId="1076"/>
        <pc:sldMkLst>
          <pc:docMk/>
          <pc:sldMk cId="913697147" sldId="291"/>
        </pc:sldMkLst>
        <pc:spChg chg="mod">
          <ac:chgData name="MARIANA MATIAS MELENGATE" userId="S::mariana.melengate@csn.com.br::2ccf716e-76bf-4a28-9405-3486cc2f2957" providerId="AD" clId="Web-{A74C274A-023C-311D-38A0-EA1FC263584B}" dt="2024-06-12T11:28:59.314" v="93" actId="20577"/>
          <ac:spMkLst>
            <pc:docMk/>
            <pc:sldMk cId="913697147" sldId="291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30:08.472" v="122" actId="20577"/>
          <ac:spMkLst>
            <pc:docMk/>
            <pc:sldMk cId="913697147" sldId="291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30:21.926" v="132" actId="20577"/>
          <ac:spMkLst>
            <pc:docMk/>
            <pc:sldMk cId="913697147" sldId="291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30:31.191" v="137" actId="20577"/>
          <ac:spMkLst>
            <pc:docMk/>
            <pc:sldMk cId="913697147" sldId="291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74C274A-023C-311D-38A0-EA1FC263584B}" dt="2024-06-12T11:28:38.564" v="76" actId="1076"/>
          <ac:picMkLst>
            <pc:docMk/>
            <pc:sldMk cId="913697147" sldId="291"/>
            <ac:picMk id="2" creationId="{31695CC2-F76D-CDC8-85D5-644E1650087D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8:12.954" v="69"/>
          <ac:picMkLst>
            <pc:docMk/>
            <pc:sldMk cId="913697147" sldId="291"/>
            <ac:picMk id="6" creationId="{B7A153AC-4C2A-1BB4-3B96-E272C73735E0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9:14.518" v="100" actId="1076"/>
          <ac:picMkLst>
            <pc:docMk/>
            <pc:sldMk cId="913697147" sldId="291"/>
            <ac:picMk id="8" creationId="{3D06D265-ECB9-59C2-697F-554FC793C22E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30:44.832" v="139" actId="1076"/>
          <ac:picMkLst>
            <pc:docMk/>
            <pc:sldMk cId="913697147" sldId="291"/>
            <ac:picMk id="9" creationId="{3857ECF3-417E-8F4E-2E0E-CEDFC36F685C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30:52.973" v="141" actId="1076"/>
          <ac:picMkLst>
            <pc:docMk/>
            <pc:sldMk cId="913697147" sldId="291"/>
            <ac:picMk id="11" creationId="{C616EF9A-BCEF-C31D-6F4D-657FC7293490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9:03.471" v="94"/>
          <ac:picMkLst>
            <pc:docMk/>
            <pc:sldMk cId="913697147" sldId="291"/>
            <ac:picMk id="12" creationId="{439C5863-7B13-46F9-099B-81D455AF0FE9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9:04.486" v="95"/>
          <ac:picMkLst>
            <pc:docMk/>
            <pc:sldMk cId="913697147" sldId="291"/>
            <ac:picMk id="13" creationId="{BA49DE84-495E-0ECC-C004-0A229C2CC4A5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9:05.596" v="96"/>
          <ac:picMkLst>
            <pc:docMk/>
            <pc:sldMk cId="913697147" sldId="291"/>
            <ac:picMk id="15" creationId="{539890C0-3A27-8F6D-8F69-80E979F52B92}"/>
          </ac:picMkLst>
        </pc:picChg>
      </pc:sldChg>
    </pc:docChg>
  </pc:docChgLst>
  <pc:docChgLst>
    <pc:chgData name="MARIANA MATIAS MELENGATE" userId="S::mariana.melengate@csn.com.br::2ccf716e-76bf-4a28-9405-3486cc2f2957" providerId="AD" clId="Web-{9B696E8B-51D0-6969-D2D3-2532ACDCCA92}"/>
    <pc:docChg chg="modSld">
      <pc:chgData name="MARIANA MATIAS MELENGATE" userId="S::mariana.melengate@csn.com.br::2ccf716e-76bf-4a28-9405-3486cc2f2957" providerId="AD" clId="Web-{9B696E8B-51D0-6969-D2D3-2532ACDCCA92}" dt="2023-09-21T14:02:32.822" v="54" actId="20577"/>
      <pc:docMkLst>
        <pc:docMk/>
      </pc:docMkLst>
      <pc:sldChg chg="addSp delSp modSp">
        <pc:chgData name="MARIANA MATIAS MELENGATE" userId="S::mariana.melengate@csn.com.br::2ccf716e-76bf-4a28-9405-3486cc2f2957" providerId="AD" clId="Web-{9B696E8B-51D0-6969-D2D3-2532ACDCCA92}" dt="2023-09-21T14:02:32.822" v="54" actId="20577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9B696E8B-51D0-6969-D2D3-2532ACDCCA92}" dt="2023-09-21T14:02:20.931" v="30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9B696E8B-51D0-6969-D2D3-2532ACDCCA92}" dt="2023-09-21T14:02:32.822" v="54" actId="20577"/>
          <ac:spMkLst>
            <pc:docMk/>
            <pc:sldMk cId="4223092705" sldId="264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9B696E8B-51D0-6969-D2D3-2532ACDCCA92}" dt="2023-09-21T14:01:36.071" v="0"/>
          <ac:picMkLst>
            <pc:docMk/>
            <pc:sldMk cId="4223092705" sldId="264"/>
            <ac:picMk id="2" creationId="{A7C67C6A-76FF-7A4C-0960-19F192D2013F}"/>
          </ac:picMkLst>
        </pc:picChg>
        <pc:picChg chg="del">
          <ac:chgData name="MARIANA MATIAS MELENGATE" userId="S::mariana.melengate@csn.com.br::2ccf716e-76bf-4a28-9405-3486cc2f2957" providerId="AD" clId="Web-{9B696E8B-51D0-6969-D2D3-2532ACDCCA92}" dt="2023-09-21T14:01:38.305" v="1"/>
          <ac:picMkLst>
            <pc:docMk/>
            <pc:sldMk cId="4223092705" sldId="264"/>
            <ac:picMk id="4" creationId="{2585DC8C-49A9-7E66-F69C-FADA01ED1322}"/>
          </ac:picMkLst>
        </pc:picChg>
        <pc:picChg chg="add mod">
          <ac:chgData name="MARIANA MATIAS MELENGATE" userId="S::mariana.melengate@csn.com.br::2ccf716e-76bf-4a28-9405-3486cc2f2957" providerId="AD" clId="Web-{9B696E8B-51D0-6969-D2D3-2532ACDCCA92}" dt="2023-09-21T14:01:54.149" v="6" actId="1076"/>
          <ac:picMkLst>
            <pc:docMk/>
            <pc:sldMk cId="4223092705" sldId="264"/>
            <ac:picMk id="7" creationId="{E9A54EFA-340A-A596-3A93-08158DD049D6}"/>
          </ac:picMkLst>
        </pc:picChg>
        <pc:picChg chg="add mod">
          <ac:chgData name="MARIANA MATIAS MELENGATE" userId="S::mariana.melengate@csn.com.br::2ccf716e-76bf-4a28-9405-3486cc2f2957" providerId="AD" clId="Web-{9B696E8B-51D0-6969-D2D3-2532ACDCCA92}" dt="2023-09-21T14:02:03.259" v="8" actId="1076"/>
          <ac:picMkLst>
            <pc:docMk/>
            <pc:sldMk cId="4223092705" sldId="264"/>
            <ac:picMk id="8" creationId="{129C7473-CCE1-D7DF-566A-31052FC17393}"/>
          </ac:picMkLst>
        </pc:picChg>
      </pc:sldChg>
    </pc:docChg>
  </pc:docChgLst>
  <pc:docChgLst>
    <pc:chgData name="WALLAS VIEIRA DE SOUZA" userId="S::wallas.souza@csn.com.br::56311778-7ab8-4917-b611-78d2dfffb942" providerId="AD" clId="Web-{37B4CADD-7837-FF9D-D572-5404CEFA2C5B}"/>
    <pc:docChg chg="delSld">
      <pc:chgData name="WALLAS VIEIRA DE SOUZA" userId="S::wallas.souza@csn.com.br::56311778-7ab8-4917-b611-78d2dfffb942" providerId="AD" clId="Web-{37B4CADD-7837-FF9D-D572-5404CEFA2C5B}" dt="2023-07-20T18:23:01.656" v="8"/>
      <pc:docMkLst>
        <pc:docMk/>
      </pc:docMkLst>
      <pc:sldChg chg="del">
        <pc:chgData name="WALLAS VIEIRA DE SOUZA" userId="S::wallas.souza@csn.com.br::56311778-7ab8-4917-b611-78d2dfffb942" providerId="AD" clId="Web-{37B4CADD-7837-FF9D-D572-5404CEFA2C5B}" dt="2023-07-20T18:22:50.421" v="1"/>
        <pc:sldMkLst>
          <pc:docMk/>
          <pc:sldMk cId="2583724520" sldId="257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0.390" v="0"/>
        <pc:sldMkLst>
          <pc:docMk/>
          <pc:sldMk cId="4269806723" sldId="258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7.390" v="5"/>
        <pc:sldMkLst>
          <pc:docMk/>
          <pc:sldMk cId="3063489698" sldId="259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8.703" v="6"/>
        <pc:sldMkLst>
          <pc:docMk/>
          <pc:sldMk cId="975814026" sldId="260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3:00.093" v="7"/>
        <pc:sldMkLst>
          <pc:docMk/>
          <pc:sldMk cId="3899273041" sldId="261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3:01.656" v="8"/>
        <pc:sldMkLst>
          <pc:docMk/>
          <pc:sldMk cId="4024486421" sldId="262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2.390" v="2"/>
        <pc:sldMkLst>
          <pc:docMk/>
          <pc:sldMk cId="1006636814" sldId="264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4.406" v="3"/>
        <pc:sldMkLst>
          <pc:docMk/>
          <pc:sldMk cId="3197179736" sldId="265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6.796" v="4"/>
        <pc:sldMkLst>
          <pc:docMk/>
          <pc:sldMk cId="4093049981" sldId="266"/>
        </pc:sldMkLst>
      </pc:sldChg>
    </pc:docChg>
  </pc:docChgLst>
  <pc:docChgLst>
    <pc:chgData name="WALLAS VIEIRA DE SOUZA" userId="S::wallas.souza@csn.com.br::56311778-7ab8-4917-b611-78d2dfffb942" providerId="AD" clId="Web-{FADBE486-9E62-F876-1854-4180EBCFD154}"/>
    <pc:docChg chg="delSld">
      <pc:chgData name="WALLAS VIEIRA DE SOUZA" userId="S::wallas.souza@csn.com.br::56311778-7ab8-4917-b611-78d2dfffb942" providerId="AD" clId="Web-{FADBE486-9E62-F876-1854-4180EBCFD154}" dt="2024-07-16T19:08:06.147" v="18"/>
      <pc:docMkLst>
        <pc:docMk/>
      </pc:docMkLst>
      <pc:sldChg chg="del">
        <pc:chgData name="WALLAS VIEIRA DE SOUZA" userId="S::wallas.souza@csn.com.br::56311778-7ab8-4917-b611-78d2dfffb942" providerId="AD" clId="Web-{FADBE486-9E62-F876-1854-4180EBCFD154}" dt="2024-07-16T19:07:48.428" v="11"/>
        <pc:sldMkLst>
          <pc:docMk/>
          <pc:sldMk cId="68872061" sldId="272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52.147" v="13"/>
        <pc:sldMkLst>
          <pc:docMk/>
          <pc:sldMk cId="3462647749" sldId="273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59.694" v="15"/>
        <pc:sldMkLst>
          <pc:docMk/>
          <pc:sldMk cId="1320904978" sldId="274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59.412" v="14"/>
        <pc:sldMkLst>
          <pc:docMk/>
          <pc:sldMk cId="3777344792" sldId="275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6.459" v="8"/>
        <pc:sldMkLst>
          <pc:docMk/>
          <pc:sldMk cId="2177089802" sldId="276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7.084" v="9"/>
        <pc:sldMkLst>
          <pc:docMk/>
          <pc:sldMk cId="249498317" sldId="277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5.990" v="7"/>
        <pc:sldMkLst>
          <pc:docMk/>
          <pc:sldMk cId="3860886553" sldId="278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3.662" v="6"/>
        <pc:sldMkLst>
          <pc:docMk/>
          <pc:sldMk cId="3045172148" sldId="280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1.662" v="4"/>
        <pc:sldMkLst>
          <pc:docMk/>
          <pc:sldMk cId="186101639" sldId="281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7.678" v="10"/>
        <pc:sldMkLst>
          <pc:docMk/>
          <pc:sldMk cId="2361700746" sldId="282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1.240" v="3"/>
        <pc:sldMkLst>
          <pc:docMk/>
          <pc:sldMk cId="3819240119" sldId="283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3.209" v="5"/>
        <pc:sldMkLst>
          <pc:docMk/>
          <pc:sldMk cId="1847463801" sldId="284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9.912" v="12"/>
        <pc:sldMkLst>
          <pc:docMk/>
          <pc:sldMk cId="882706476" sldId="285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34.990" v="2"/>
        <pc:sldMkLst>
          <pc:docMk/>
          <pc:sldMk cId="4244235563" sldId="286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31.615" v="1"/>
        <pc:sldMkLst>
          <pc:docMk/>
          <pc:sldMk cId="1535896005" sldId="287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28.708" v="0"/>
        <pc:sldMkLst>
          <pc:docMk/>
          <pc:sldMk cId="522855251" sldId="288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8:06.147" v="18"/>
        <pc:sldMkLst>
          <pc:docMk/>
          <pc:sldMk cId="2477264968" sldId="289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8:04.694" v="17"/>
        <pc:sldMkLst>
          <pc:docMk/>
          <pc:sldMk cId="3654094983" sldId="290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8:03.366" v="16"/>
        <pc:sldMkLst>
          <pc:docMk/>
          <pc:sldMk cId="913697147" sldId="291"/>
        </pc:sldMkLst>
      </pc:sldChg>
    </pc:docChg>
  </pc:docChgLst>
  <pc:docChgLst>
    <pc:chgData name="MARCELO JARDIM SOARES JUNIOR" userId="S::marcelo.junior.mj1@csn.com.br::bc55f54c-67c1-4def-9c72-6702cba075ba" providerId="AD" clId="Web-{A6D0BCAA-C087-9AC2-D714-310B41163329}"/>
    <pc:docChg chg="modSld">
      <pc:chgData name="MARCELO JARDIM SOARES JUNIOR" userId="S::marcelo.junior.mj1@csn.com.br::bc55f54c-67c1-4def-9c72-6702cba075ba" providerId="AD" clId="Web-{A6D0BCAA-C087-9AC2-D714-310B41163329}" dt="2024-09-06T13:00:48.835" v="61" actId="20577"/>
      <pc:docMkLst>
        <pc:docMk/>
      </pc:docMkLst>
      <pc:sldChg chg="addSp modSp">
        <pc:chgData name="MARCELO JARDIM SOARES JUNIOR" userId="S::marcelo.junior.mj1@csn.com.br::bc55f54c-67c1-4def-9c72-6702cba075ba" providerId="AD" clId="Web-{A6D0BCAA-C087-9AC2-D714-310B41163329}" dt="2024-09-06T13:00:48.835" v="61" actId="20577"/>
        <pc:sldMkLst>
          <pc:docMk/>
          <pc:sldMk cId="2928551198" sldId="263"/>
        </pc:sldMkLst>
        <pc:spChg chg="mod">
          <ac:chgData name="MARCELO JARDIM SOARES JUNIOR" userId="S::marcelo.junior.mj1@csn.com.br::bc55f54c-67c1-4def-9c72-6702cba075ba" providerId="AD" clId="Web-{A6D0BCAA-C087-9AC2-D714-310B41163329}" dt="2024-09-06T13:00:48.835" v="61" actId="20577"/>
          <ac:spMkLst>
            <pc:docMk/>
            <pc:sldMk cId="2928551198" sldId="263"/>
            <ac:spMk id="7" creationId="{4DCCF8B3-A272-6AA4-3428-6E6ECE0D7B8E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46.194" v="59" actId="20577"/>
          <ac:spMkLst>
            <pc:docMk/>
            <pc:sldMk cId="2928551198" sldId="263"/>
            <ac:spMk id="15" creationId="{21E6F226-6D45-0CC4-A1D1-6D8A2CB4CF08}"/>
          </ac:spMkLst>
        </pc:spChg>
        <pc:picChg chg="add mod">
          <ac:chgData name="MARCELO JARDIM SOARES JUNIOR" userId="S::marcelo.junior.mj1@csn.com.br::bc55f54c-67c1-4def-9c72-6702cba075ba" providerId="AD" clId="Web-{A6D0BCAA-C087-9AC2-D714-310B41163329}" dt="2024-09-06T12:59:00.301" v="25" actId="14100"/>
          <ac:picMkLst>
            <pc:docMk/>
            <pc:sldMk cId="2928551198" sldId="263"/>
            <ac:picMk id="3" creationId="{67665B8D-5FCF-F73C-EF99-911C3A02E4DB}"/>
          </ac:picMkLst>
        </pc:picChg>
        <pc:picChg chg="add mod">
          <ac:chgData name="MARCELO JARDIM SOARES JUNIOR" userId="S::marcelo.junior.mj1@csn.com.br::bc55f54c-67c1-4def-9c72-6702cba075ba" providerId="AD" clId="Web-{A6D0BCAA-C087-9AC2-D714-310B41163329}" dt="2024-09-06T12:58:51.988" v="23" actId="1076"/>
          <ac:picMkLst>
            <pc:docMk/>
            <pc:sldMk cId="2928551198" sldId="263"/>
            <ac:picMk id="6" creationId="{9C5D226E-0BE3-236A-2E6B-5770281E0B64}"/>
          </ac:picMkLst>
        </pc:picChg>
      </pc:sldChg>
      <pc:sldChg chg="addSp delSp modSp">
        <pc:chgData name="MARCELO JARDIM SOARES JUNIOR" userId="S::marcelo.junior.mj1@csn.com.br::bc55f54c-67c1-4def-9c72-6702cba075ba" providerId="AD" clId="Web-{A6D0BCAA-C087-9AC2-D714-310B41163329}" dt="2024-09-06T13:00:17.147" v="57" actId="20577"/>
        <pc:sldMkLst>
          <pc:docMk/>
          <pc:sldMk cId="28514220" sldId="271"/>
        </pc:sldMkLst>
        <pc:spChg chg="add del">
          <ac:chgData name="MARCELO JARDIM SOARES JUNIOR" userId="S::marcelo.junior.mj1@csn.com.br::bc55f54c-67c1-4def-9c72-6702cba075ba" providerId="AD" clId="Web-{A6D0BCAA-C087-9AC2-D714-310B41163329}" dt="2024-09-06T12:55:37.093" v="1"/>
          <ac:spMkLst>
            <pc:docMk/>
            <pc:sldMk cId="28514220" sldId="271"/>
            <ac:spMk id="182" creationId="{BF234F8A-5594-29A0-7BDA-F10679E205F6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11.068" v="52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13.131" v="54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17.147" v="57" actId="20577"/>
          <ac:spMkLst>
            <pc:docMk/>
            <pc:sldMk cId="28514220" sldId="271"/>
            <ac:spMk id="192" creationId="{5656B279-F07B-324C-9616-1101D2C419A2}"/>
          </ac:spMkLst>
        </pc:spChg>
        <pc:picChg chg="add mod modCrop">
          <ac:chgData name="MARCELO JARDIM SOARES JUNIOR" userId="S::marcelo.junior.mj1@csn.com.br::bc55f54c-67c1-4def-9c72-6702cba075ba" providerId="AD" clId="Web-{A6D0BCAA-C087-9AC2-D714-310B41163329}" dt="2024-09-06T12:58:32.394" v="17" actId="14100"/>
          <ac:picMkLst>
            <pc:docMk/>
            <pc:sldMk cId="28514220" sldId="271"/>
            <ac:picMk id="2" creationId="{DF867050-EDA2-E026-F98B-A1B20F93BC55}"/>
          </ac:picMkLst>
        </pc:picChg>
        <pc:picChg chg="add mod">
          <ac:chgData name="MARCELO JARDIM SOARES JUNIOR" userId="S::marcelo.junior.mj1@csn.com.br::bc55f54c-67c1-4def-9c72-6702cba075ba" providerId="AD" clId="Web-{A6D0BCAA-C087-9AC2-D714-310B41163329}" dt="2024-09-06T12:58:39.316" v="19" actId="1076"/>
          <ac:picMkLst>
            <pc:docMk/>
            <pc:sldMk cId="28514220" sldId="271"/>
            <ac:picMk id="6" creationId="{FBB3CD6F-6E17-B06C-C6CC-4E1DA60212E3}"/>
          </ac:picMkLst>
        </pc:picChg>
      </pc:sldChg>
    </pc:docChg>
  </pc:docChgLst>
  <pc:docChgLst>
    <pc:chgData name="MARIANA MATIAS MELENGATE" userId="S::mariana.melengate@csn.com.br::2ccf716e-76bf-4a28-9405-3486cc2f2957" providerId="AD" clId="Web-{3B20E01F-45FC-B9D5-6D1D-86931B369EA2}"/>
    <pc:docChg chg="modSld">
      <pc:chgData name="MARIANA MATIAS MELENGATE" userId="S::mariana.melengate@csn.com.br::2ccf716e-76bf-4a28-9405-3486cc2f2957" providerId="AD" clId="Web-{3B20E01F-45FC-B9D5-6D1D-86931B369EA2}" dt="2023-06-19T11:07:32.398" v="111" actId="1076"/>
      <pc:docMkLst>
        <pc:docMk/>
      </pc:docMkLst>
      <pc:sldChg chg="addSp delSp modSp">
        <pc:chgData name="MARIANA MATIAS MELENGATE" userId="S::mariana.melengate@csn.com.br::2ccf716e-76bf-4a28-9405-3486cc2f2957" providerId="AD" clId="Web-{3B20E01F-45FC-B9D5-6D1D-86931B369EA2}" dt="2023-06-19T11:06:13.880" v="76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B20E01F-45FC-B9D5-6D1D-86931B369EA2}" dt="2023-06-19T11:04:01.128" v="4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4:11.862" v="45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6:01.146" v="71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6:04.958" v="73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B20E01F-45FC-B9D5-6D1D-86931B369EA2}" dt="2023-06-19T10:59:41.435" v="0"/>
          <ac:picMkLst>
            <pc:docMk/>
            <pc:sldMk cId="0" sldId="256"/>
            <ac:picMk id="2" creationId="{582366E4-BB71-DB68-0ECC-AB2AAFBD0409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0:00.326" v="5" actId="1076"/>
          <ac:picMkLst>
            <pc:docMk/>
            <pc:sldMk cId="0" sldId="256"/>
            <ac:picMk id="4" creationId="{9DD00501-6BD3-D2D1-86FD-B5B1D8589B5B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4:12.815" v="46"/>
          <ac:picMkLst>
            <pc:docMk/>
            <pc:sldMk cId="0" sldId="256"/>
            <ac:picMk id="5" creationId="{FC9FCCF9-591F-C59C-3C26-90897E05072C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4:23.050" v="48" actId="1076"/>
          <ac:picMkLst>
            <pc:docMk/>
            <pc:sldMk cId="0" sldId="256"/>
            <ac:picMk id="6" creationId="{6B58ED48-EAA2-9F25-A965-7CB8857B5FC6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5:36.567" v="54" actId="1076"/>
          <ac:picMkLst>
            <pc:docMk/>
            <pc:sldMk cId="0" sldId="256"/>
            <ac:picMk id="7" creationId="{38BF18FD-D2AE-202C-97DD-337C3D9D4DAB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5:25.411" v="49"/>
          <ac:picMkLst>
            <pc:docMk/>
            <pc:sldMk cId="0" sldId="256"/>
            <ac:picMk id="8" creationId="{FD90B86F-E8A4-2B47-B43E-A2D69E6ED8BE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6:13.880" v="76" actId="1076"/>
          <ac:picMkLst>
            <pc:docMk/>
            <pc:sldMk cId="0" sldId="256"/>
            <ac:picMk id="9" creationId="{801AF236-1C85-56AF-1BF3-967F4AC707C7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6:05.724" v="74"/>
          <ac:picMkLst>
            <pc:docMk/>
            <pc:sldMk cId="0" sldId="256"/>
            <ac:picMk id="10" creationId="{6705312A-28EF-80DB-8CEA-E81D794939BE}"/>
          </ac:picMkLst>
        </pc:picChg>
      </pc:sldChg>
      <pc:sldChg chg="addSp delSp modSp">
        <pc:chgData name="MARIANA MATIAS MELENGATE" userId="S::mariana.melengate@csn.com.br::2ccf716e-76bf-4a28-9405-3486cc2f2957" providerId="AD" clId="Web-{3B20E01F-45FC-B9D5-6D1D-86931B369EA2}" dt="2023-06-19T11:07:32.398" v="111" actId="1076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3B20E01F-45FC-B9D5-6D1D-86931B369EA2}" dt="2023-06-19T11:07:14.710" v="105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7:19.085" v="107" actId="20577"/>
          <ac:spMkLst>
            <pc:docMk/>
            <pc:sldMk cId="4269806723" sldId="258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B20E01F-45FC-B9D5-6D1D-86931B369EA2}" dt="2023-06-19T11:06:36.521" v="77"/>
          <ac:picMkLst>
            <pc:docMk/>
            <pc:sldMk cId="4269806723" sldId="258"/>
            <ac:picMk id="2" creationId="{B8F4CFB1-1382-21D8-7427-71488A83A893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7:22.554" v="108"/>
          <ac:picMkLst>
            <pc:docMk/>
            <pc:sldMk cId="4269806723" sldId="258"/>
            <ac:picMk id="4" creationId="{FAC097AB-80BE-DDA1-4497-CA4D9E039067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7:32.398" v="111" actId="1076"/>
          <ac:picMkLst>
            <pc:docMk/>
            <pc:sldMk cId="4269806723" sldId="258"/>
            <ac:picMk id="7" creationId="{9A5D0739-2BB7-7B87-DC7C-3A907265BE4A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7:29.616" v="110" actId="1076"/>
          <ac:picMkLst>
            <pc:docMk/>
            <pc:sldMk cId="4269806723" sldId="258"/>
            <ac:picMk id="8" creationId="{34A2ED28-A90E-A304-B9C8-604A5E3CDD7B}"/>
          </ac:picMkLst>
        </pc:picChg>
      </pc:sldChg>
    </pc:docChg>
  </pc:docChgLst>
  <pc:docChgLst>
    <pc:chgData name="MARIANA MATIAS MELENGATE" userId="S::mariana.melengate@csn.com.br::2ccf716e-76bf-4a28-9405-3486cc2f2957" providerId="AD" clId="Web-{62FEC216-4E82-FFFA-36F7-607BF8DD737B}"/>
    <pc:docChg chg="modSld">
      <pc:chgData name="MARIANA MATIAS MELENGATE" userId="S::mariana.melengate@csn.com.br::2ccf716e-76bf-4a28-9405-3486cc2f2957" providerId="AD" clId="Web-{62FEC216-4E82-FFFA-36F7-607BF8DD737B}" dt="2024-05-27T18:28:32.238" v="7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2FEC216-4E82-FFFA-36F7-607BF8DD737B}" dt="2024-05-27T18:26:08.125" v="31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62FEC216-4E82-FFFA-36F7-607BF8DD737B}" dt="2024-05-27T18:25:19.187" v="24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5:28.312" v="27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5:33.421" v="29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6:08.125" v="31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62FEC216-4E82-FFFA-36F7-607BF8DD737B}" dt="2024-05-27T18:24:26.951" v="3" actId="1076"/>
          <ac:picMkLst>
            <pc:docMk/>
            <pc:sldMk cId="3855834659" sldId="270"/>
            <ac:picMk id="2" creationId="{9A06FE38-B9C4-E553-2CBC-1AB5977DC110}"/>
          </ac:picMkLst>
        </pc:picChg>
        <pc:picChg chg="mod">
          <ac:chgData name="MARIANA MATIAS MELENGATE" userId="S::mariana.melengate@csn.com.br::2ccf716e-76bf-4a28-9405-3486cc2f2957" providerId="AD" clId="Web-{62FEC216-4E82-FFFA-36F7-607BF8DD737B}" dt="2024-05-27T18:25:19.499" v="25" actId="1076"/>
          <ac:picMkLst>
            <pc:docMk/>
            <pc:sldMk cId="3855834659" sldId="270"/>
            <ac:picMk id="5" creationId="{807F5398-296C-B3E5-ED9C-DAFD9D25E785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4:36.873" v="6" actId="1076"/>
          <ac:picMkLst>
            <pc:docMk/>
            <pc:sldMk cId="3855834659" sldId="270"/>
            <ac:picMk id="6" creationId="{BE32EFD3-9295-D0CB-8F42-2FAF7DF9F48E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14.888" v="0"/>
          <ac:picMkLst>
            <pc:docMk/>
            <pc:sldMk cId="3855834659" sldId="270"/>
            <ac:picMk id="8" creationId="{E6BF18F3-EC09-B221-D6E3-82FFF11367A2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28.982" v="4"/>
          <ac:picMkLst>
            <pc:docMk/>
            <pc:sldMk cId="3855834659" sldId="270"/>
            <ac:picMk id="9" creationId="{A9E0BCE2-CCA9-03AE-C00B-85955D00B3D0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39.233" v="7"/>
          <ac:picMkLst>
            <pc:docMk/>
            <pc:sldMk cId="3855834659" sldId="270"/>
            <ac:picMk id="11" creationId="{F2A6CB5A-8900-93F8-53B1-4CD64C201CAF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4:47.639" v="10" actId="1076"/>
          <ac:picMkLst>
            <pc:docMk/>
            <pc:sldMk cId="3855834659" sldId="270"/>
            <ac:picMk id="12" creationId="{77E41B36-7ED1-1A03-10C5-4FF32F28D777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4:53.827" v="12" actId="1076"/>
          <ac:picMkLst>
            <pc:docMk/>
            <pc:sldMk cId="3855834659" sldId="270"/>
            <ac:picMk id="13" creationId="{C6E4A2B9-848D-DF16-1577-6D3F339DAEB3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39.998" v="8"/>
          <ac:picMkLst>
            <pc:docMk/>
            <pc:sldMk cId="3855834659" sldId="270"/>
            <ac:picMk id="14" creationId="{B52B489B-8ECC-61E7-31C7-C3A1B0060F26}"/>
          </ac:picMkLst>
        </pc:picChg>
      </pc:sldChg>
      <pc:sldChg chg="addSp delSp modSp">
        <pc:chgData name="MARIANA MATIAS MELENGATE" userId="S::mariana.melengate@csn.com.br::2ccf716e-76bf-4a28-9405-3486cc2f2957" providerId="AD" clId="Web-{62FEC216-4E82-FFFA-36F7-607BF8DD737B}" dt="2024-05-27T18:28:32.238" v="75" actId="20577"/>
        <pc:sldMkLst>
          <pc:docMk/>
          <pc:sldMk cId="3654094983" sldId="290"/>
        </pc:sldMkLst>
        <pc:spChg chg="mod">
          <ac:chgData name="MARIANA MATIAS MELENGATE" userId="S::mariana.melengate@csn.com.br::2ccf716e-76bf-4a28-9405-3486cc2f2957" providerId="AD" clId="Web-{62FEC216-4E82-FFFA-36F7-607BF8DD737B}" dt="2024-05-27T18:28:32.238" v="75" actId="20577"/>
          <ac:spMkLst>
            <pc:docMk/>
            <pc:sldMk cId="3654094983" sldId="29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7:48.987" v="70" actId="20577"/>
          <ac:spMkLst>
            <pc:docMk/>
            <pc:sldMk cId="3654094983" sldId="29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7:56.753" v="72" actId="20577"/>
          <ac:spMkLst>
            <pc:docMk/>
            <pc:sldMk cId="3654094983" sldId="29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8:05.503" v="74" actId="20577"/>
          <ac:spMkLst>
            <pc:docMk/>
            <pc:sldMk cId="3654094983" sldId="29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62FEC216-4E82-FFFA-36F7-607BF8DD737B}" dt="2024-05-27T18:26:33.298" v="32"/>
          <ac:picMkLst>
            <pc:docMk/>
            <pc:sldMk cId="3654094983" sldId="290"/>
            <ac:picMk id="2" creationId="{354C1658-4F26-9F51-F53C-6F379930207A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7:01.673" v="60"/>
          <ac:picMkLst>
            <pc:docMk/>
            <pc:sldMk cId="3654094983" sldId="290"/>
            <ac:picMk id="6" creationId="{3824F48C-C6CB-6119-9441-AE9F4420AFDD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6:45.329" v="37" actId="1076"/>
          <ac:picMkLst>
            <pc:docMk/>
            <pc:sldMk cId="3654094983" sldId="290"/>
            <ac:picMk id="8" creationId="{8EBB1CEA-85D6-CA73-2241-7563CEE2CE0D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7:10.533" v="64" actId="1076"/>
          <ac:picMkLst>
            <pc:docMk/>
            <pc:sldMk cId="3654094983" sldId="290"/>
            <ac:picMk id="9" creationId="{489DA69E-00F5-058A-57BD-39758F791FB9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7:16.377" v="66" actId="1076"/>
          <ac:picMkLst>
            <pc:docMk/>
            <pc:sldMk cId="3654094983" sldId="290"/>
            <ac:picMk id="11" creationId="{59D568DE-5297-3468-EB92-5FD28AEA5AEF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7:02.470" v="61"/>
          <ac:picMkLst>
            <pc:docMk/>
            <pc:sldMk cId="3654094983" sldId="290"/>
            <ac:picMk id="12" creationId="{C6152CAB-34C4-F44F-8932-99875C85FAEF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7:03.377" v="62"/>
          <ac:picMkLst>
            <pc:docMk/>
            <pc:sldMk cId="3654094983" sldId="290"/>
            <ac:picMk id="13" creationId="{8AC8B63C-02AF-077C-4378-1B66B5698CD9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7:22.393" v="68" actId="1076"/>
          <ac:picMkLst>
            <pc:docMk/>
            <pc:sldMk cId="3654094983" sldId="290"/>
            <ac:picMk id="14" creationId="{E551E83B-48A5-9221-1DA0-E3365237324A}"/>
          </ac:picMkLst>
        </pc:picChg>
      </pc:sldChg>
    </pc:docChg>
  </pc:docChgLst>
  <pc:docChgLst>
    <pc:chgData clId="Web-{0EDC699C-0CBE-13E5-A5C0-F6F90CB2C9DB}"/>
    <pc:docChg chg="modSld">
      <pc:chgData name="" userId="" providerId="" clId="Web-{0EDC699C-0CBE-13E5-A5C0-F6F90CB2C9DB}" dt="2023-09-18T14:10:11.213" v="2"/>
      <pc:docMkLst>
        <pc:docMk/>
      </pc:docMkLst>
      <pc:sldChg chg="delSp">
        <pc:chgData name="" userId="" providerId="" clId="Web-{0EDC699C-0CBE-13E5-A5C0-F6F90CB2C9DB}" dt="2023-09-18T14:10:11.213" v="2"/>
        <pc:sldMkLst>
          <pc:docMk/>
          <pc:sldMk cId="2928551198" sldId="263"/>
        </pc:sldMkLst>
        <pc:picChg chg="del">
          <ac:chgData name="" userId="" providerId="" clId="Web-{0EDC699C-0CBE-13E5-A5C0-F6F90CB2C9DB}" dt="2023-09-18T14:10:11.213" v="2"/>
          <ac:picMkLst>
            <pc:docMk/>
            <pc:sldMk cId="2928551198" sldId="263"/>
            <ac:picMk id="2" creationId="{A51C8BFE-D083-2A06-05B6-888AA736B9FB}"/>
          </ac:picMkLst>
        </pc:picChg>
        <pc:picChg chg="del">
          <ac:chgData name="" userId="" providerId="" clId="Web-{0EDC699C-0CBE-13E5-A5C0-F6F90CB2C9DB}" dt="2023-09-18T14:10:05.713" v="0"/>
          <ac:picMkLst>
            <pc:docMk/>
            <pc:sldMk cId="2928551198" sldId="263"/>
            <ac:picMk id="7" creationId="{AE72C36C-48E1-74F9-AE5D-294C7F8F8AC8}"/>
          </ac:picMkLst>
        </pc:picChg>
        <pc:picChg chg="del">
          <ac:chgData name="" userId="" providerId="" clId="Web-{0EDC699C-0CBE-13E5-A5C0-F6F90CB2C9DB}" dt="2023-09-18T14:10:08.275" v="1"/>
          <ac:picMkLst>
            <pc:docMk/>
            <pc:sldMk cId="2928551198" sldId="263"/>
            <ac:picMk id="8" creationId="{6024F92B-8592-8B00-2269-7DD9DAC07724}"/>
          </ac:picMkLst>
        </pc:picChg>
      </pc:sldChg>
    </pc:docChg>
  </pc:docChgLst>
  <pc:docChgLst>
    <pc:chgData name="MARIANA MATIAS MELENGATE" userId="S::mariana.melengate@csn.com.br::2ccf716e-76bf-4a28-9405-3486cc2f2957" providerId="AD" clId="Web-{A4C441FE-3CF1-4161-A64D-7EF2275DAC99}"/>
    <pc:docChg chg="modSld">
      <pc:chgData name="MARIANA MATIAS MELENGATE" userId="S::mariana.melengate@csn.com.br::2ccf716e-76bf-4a28-9405-3486cc2f2957" providerId="AD" clId="Web-{A4C441FE-3CF1-4161-A64D-7EF2275DAC99}" dt="2023-03-17T11:53:20.892" v="37" actId="1076"/>
      <pc:docMkLst>
        <pc:docMk/>
      </pc:docMkLst>
      <pc:sldChg chg="addSp delSp modSp">
        <pc:chgData name="MARIANA MATIAS MELENGATE" userId="S::mariana.melengate@csn.com.br::2ccf716e-76bf-4a28-9405-3486cc2f2957" providerId="AD" clId="Web-{A4C441FE-3CF1-4161-A64D-7EF2275DAC99}" dt="2023-03-17T11:53:20.892" v="37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A4C441FE-3CF1-4161-A64D-7EF2275DAC99}" dt="2023-03-17T11:53:09.564" v="3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4C441FE-3CF1-4161-A64D-7EF2275DAC99}" dt="2023-03-17T11:53:12.955" v="34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4C441FE-3CF1-4161-A64D-7EF2275DAC99}" dt="2023-03-17T11:52:42.282" v="3" actId="1076"/>
          <ac:picMkLst>
            <pc:docMk/>
            <pc:sldMk cId="0" sldId="256"/>
            <ac:picMk id="2" creationId="{380613D5-96C5-9EBA-0E87-D4235349C1B3}"/>
          </ac:picMkLst>
        </pc:picChg>
        <pc:picChg chg="add mod">
          <ac:chgData name="MARIANA MATIAS MELENGATE" userId="S::mariana.melengate@csn.com.br::2ccf716e-76bf-4a28-9405-3486cc2f2957" providerId="AD" clId="Web-{A4C441FE-3CF1-4161-A64D-7EF2275DAC99}" dt="2023-03-17T11:53:20.892" v="37" actId="1076"/>
          <ac:picMkLst>
            <pc:docMk/>
            <pc:sldMk cId="0" sldId="256"/>
            <ac:picMk id="4" creationId="{4E5156A6-FFBD-8608-B400-5F803E923FD5}"/>
          </ac:picMkLst>
        </pc:picChg>
        <pc:picChg chg="del">
          <ac:chgData name="MARIANA MATIAS MELENGATE" userId="S::mariana.melengate@csn.com.br::2ccf716e-76bf-4a28-9405-3486cc2f2957" providerId="AD" clId="Web-{A4C441FE-3CF1-4161-A64D-7EF2275DAC99}" dt="2023-03-17T11:52:21.922" v="0"/>
          <ac:picMkLst>
            <pc:docMk/>
            <pc:sldMk cId="0" sldId="256"/>
            <ac:picMk id="5" creationId="{F3AAAE4D-DC24-120F-DDB5-F93798EA4A65}"/>
          </ac:picMkLst>
        </pc:picChg>
        <pc:picChg chg="del">
          <ac:chgData name="MARIANA MATIAS MELENGATE" userId="S::mariana.melengate@csn.com.br::2ccf716e-76bf-4a28-9405-3486cc2f2957" providerId="AD" clId="Web-{A4C441FE-3CF1-4161-A64D-7EF2275DAC99}" dt="2023-03-17T11:53:16.580" v="36"/>
          <ac:picMkLst>
            <pc:docMk/>
            <pc:sldMk cId="0" sldId="256"/>
            <ac:picMk id="6" creationId="{11AC3D20-C2C6-645E-82FF-62354A9FB6E9}"/>
          </ac:picMkLst>
        </pc:picChg>
      </pc:sldChg>
    </pc:docChg>
  </pc:docChgLst>
  <pc:docChgLst>
    <pc:chgData name="MARIANA MATIAS MELENGATE" userId="S::mariana.melengate@csn.com.br::2ccf716e-76bf-4a28-9405-3486cc2f2957" providerId="AD" clId="Web-{8F5E2C28-834C-59F2-0C0C-C960E3BF06BA}"/>
    <pc:docChg chg="addSld modSld">
      <pc:chgData name="MARIANA MATIAS MELENGATE" userId="S::mariana.melengate@csn.com.br::2ccf716e-76bf-4a28-9405-3486cc2f2957" providerId="AD" clId="Web-{8F5E2C28-834C-59F2-0C0C-C960E3BF06BA}" dt="2023-09-21T18:43:15.019" v="391" actId="1076"/>
      <pc:docMkLst>
        <pc:docMk/>
      </pc:docMkLst>
      <pc:sldChg chg="addSp delSp modSp">
        <pc:chgData name="MARIANA MATIAS MELENGATE" userId="S::mariana.melengate@csn.com.br::2ccf716e-76bf-4a28-9405-3486cc2f2957" providerId="AD" clId="Web-{8F5E2C28-834C-59F2-0C0C-C960E3BF06BA}" dt="2023-09-21T18:17:15.058" v="42" actId="20577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8F5E2C28-834C-59F2-0C0C-C960E3BF06BA}" dt="2023-09-21T18:15:29.805" v="18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5:34.414" v="20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7:08.855" v="40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7:15.058" v="42" actId="20577"/>
          <ac:spMkLst>
            <pc:docMk/>
            <pc:sldMk cId="4223092705" sldId="264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14:39.678" v="0"/>
          <ac:picMkLst>
            <pc:docMk/>
            <pc:sldMk cId="4223092705" sldId="264"/>
            <ac:picMk id="2" creationId="{441A8F60-95BB-D376-1EE4-058E6E6168C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5:34.977" v="21"/>
          <ac:picMkLst>
            <pc:docMk/>
            <pc:sldMk cId="4223092705" sldId="264"/>
            <ac:picMk id="4" creationId="{1C169D9D-2F39-CD91-08EC-052FE61401C8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6:28.697" v="25"/>
          <ac:picMkLst>
            <pc:docMk/>
            <pc:sldMk cId="4223092705" sldId="264"/>
            <ac:picMk id="5" creationId="{60E3647D-49B7-BBE3-3CF8-FBD23A45667A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6:40.760" v="29"/>
          <ac:picMkLst>
            <pc:docMk/>
            <pc:sldMk cId="4223092705" sldId="264"/>
            <ac:picMk id="6" creationId="{E09A32AA-16DF-33CA-ADE7-342D74ED0A94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5:45.993" v="24" actId="1076"/>
          <ac:picMkLst>
            <pc:docMk/>
            <pc:sldMk cId="4223092705" sldId="264"/>
            <ac:picMk id="7" creationId="{30321B5B-FE00-ABEA-4F44-F6D8363D44AB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5:41.649" v="23" actId="1076"/>
          <ac:picMkLst>
            <pc:docMk/>
            <pc:sldMk cId="4223092705" sldId="264"/>
            <ac:picMk id="8" creationId="{5E483E75-9B12-0C85-5802-7491F5454EA2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6:37.010" v="28" actId="1076"/>
          <ac:picMkLst>
            <pc:docMk/>
            <pc:sldMk cId="4223092705" sldId="264"/>
            <ac:picMk id="9" creationId="{B89E20C1-9E16-2AAB-860E-BEEC834FFF5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6:48.729" v="31" actId="1076"/>
          <ac:picMkLst>
            <pc:docMk/>
            <pc:sldMk cId="4223092705" sldId="264"/>
            <ac:picMk id="10" creationId="{B1BD0874-9C36-BD1B-49D8-23AF781B238F}"/>
          </ac:picMkLst>
        </pc:picChg>
      </pc:sldChg>
      <pc:sldChg chg="addSp delSp modSp">
        <pc:chgData name="MARIANA MATIAS MELENGATE" userId="S::mariana.melengate@csn.com.br::2ccf716e-76bf-4a28-9405-3486cc2f2957" providerId="AD" clId="Web-{8F5E2C28-834C-59F2-0C0C-C960E3BF06BA}" dt="2023-09-21T18:19:27.766" v="95" actId="1076"/>
        <pc:sldMkLst>
          <pc:docMk/>
          <pc:sldMk cId="2820528927" sldId="265"/>
        </pc:sldMkLst>
        <pc:spChg chg="mod">
          <ac:chgData name="MARIANA MATIAS MELENGATE" userId="S::mariana.melengate@csn.com.br::2ccf716e-76bf-4a28-9405-3486cc2f2957" providerId="AD" clId="Web-{8F5E2C28-834C-59F2-0C0C-C960E3BF06BA}" dt="2023-09-21T18:18:08.935" v="64" actId="20577"/>
          <ac:spMkLst>
            <pc:docMk/>
            <pc:sldMk cId="2820528927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8:12.873" v="66" actId="20577"/>
          <ac:spMkLst>
            <pc:docMk/>
            <pc:sldMk cId="2820528927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9:14.594" v="90" actId="20577"/>
          <ac:spMkLst>
            <pc:docMk/>
            <pc:sldMk cId="2820528927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9:18.688" v="92" actId="20577"/>
          <ac:spMkLst>
            <pc:docMk/>
            <pc:sldMk cId="2820528927" sldId="265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17:45.716" v="48" actId="1076"/>
          <ac:picMkLst>
            <pc:docMk/>
            <pc:sldMk cId="2820528927" sldId="265"/>
            <ac:picMk id="2" creationId="{8DB15BF2-8870-DE5A-7BD3-699FE3A0E09F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8:21.108" v="69" actId="1076"/>
          <ac:picMkLst>
            <pc:docMk/>
            <pc:sldMk cId="2820528927" sldId="265"/>
            <ac:picMk id="4" creationId="{49C5CFBB-09C8-006F-BE81-E62E2FE754A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8:58.062" v="75" actId="1076"/>
          <ac:picMkLst>
            <pc:docMk/>
            <pc:sldMk cId="2820528927" sldId="265"/>
            <ac:picMk id="5" creationId="{6847B773-5C59-1DD7-4278-38FF06D8BE13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9:27.766" v="95" actId="1076"/>
          <ac:picMkLst>
            <pc:docMk/>
            <pc:sldMk cId="2820528927" sldId="265"/>
            <ac:picMk id="6" creationId="{F2C4A5CB-7634-22D8-8A4A-1F1A7CF2921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7:34.778" v="43"/>
          <ac:picMkLst>
            <pc:docMk/>
            <pc:sldMk cId="2820528927" sldId="265"/>
            <ac:picMk id="7" creationId="{B6D3D6D1-DA58-008C-61E3-E310E792F785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8:13.998" v="67"/>
          <ac:picMkLst>
            <pc:docMk/>
            <pc:sldMk cId="2820528927" sldId="265"/>
            <ac:picMk id="8" creationId="{C81A0CDB-34AB-1EF4-A942-43A222820D2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8:45.796" v="70"/>
          <ac:picMkLst>
            <pc:docMk/>
            <pc:sldMk cId="2820528927" sldId="265"/>
            <ac:picMk id="9" creationId="{D7A04FED-2048-2E7A-D745-EDBDB62B8F5E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9:19.453" v="93"/>
          <ac:picMkLst>
            <pc:docMk/>
            <pc:sldMk cId="2820528927" sldId="265"/>
            <ac:picMk id="10" creationId="{A91192AC-7A1C-E417-4EF3-E3F0A49FEC3F}"/>
          </ac:picMkLst>
        </pc:picChg>
      </pc:sldChg>
      <pc:sldChg chg="addSp delSp modSp">
        <pc:chgData name="MARIANA MATIAS MELENGATE" userId="S::mariana.melengate@csn.com.br::2ccf716e-76bf-4a28-9405-3486cc2f2957" providerId="AD" clId="Web-{8F5E2C28-834C-59F2-0C0C-C960E3BF06BA}" dt="2023-09-21T18:22:14.428" v="149" actId="1076"/>
        <pc:sldMkLst>
          <pc:docMk/>
          <pc:sldMk cId="3747814646" sldId="266"/>
        </pc:sldMkLst>
        <pc:spChg chg="mod">
          <ac:chgData name="MARIANA MATIAS MELENGATE" userId="S::mariana.melengate@csn.com.br::2ccf716e-76bf-4a28-9405-3486cc2f2957" providerId="AD" clId="Web-{8F5E2C28-834C-59F2-0C0C-C960E3BF06BA}" dt="2023-09-21T18:20:52.191" v="116" actId="20577"/>
          <ac:spMkLst>
            <pc:docMk/>
            <pc:sldMk cId="3747814646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0:55.535" v="118" actId="20577"/>
          <ac:spMkLst>
            <pc:docMk/>
            <pc:sldMk cId="3747814646" sldId="26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2:00.943" v="144" actId="20577"/>
          <ac:spMkLst>
            <pc:docMk/>
            <pc:sldMk cId="3747814646" sldId="26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2:04.631" v="146" actId="20577"/>
          <ac:spMkLst>
            <pc:docMk/>
            <pc:sldMk cId="3747814646" sldId="26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20:21.612" v="96"/>
          <ac:picMkLst>
            <pc:docMk/>
            <pc:sldMk cId="3747814646" sldId="266"/>
            <ac:picMk id="2" creationId="{69B3A4C1-73A4-1BF6-BC5E-2BB2645376B7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0:56.426" v="119"/>
          <ac:picMkLst>
            <pc:docMk/>
            <pc:sldMk cId="3747814646" sldId="266"/>
            <ac:picMk id="4" creationId="{DF3EF3EE-9035-FD90-BABB-D4E3D7B73BEF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0:35.675" v="102" actId="1076"/>
          <ac:picMkLst>
            <pc:docMk/>
            <pc:sldMk cId="3747814646" sldId="266"/>
            <ac:picMk id="5" creationId="{4D730246-5BA7-C232-B677-0B5FC875BB2C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1:03.535" v="121" actId="1076"/>
          <ac:picMkLst>
            <pc:docMk/>
            <pc:sldMk cId="3747814646" sldId="266"/>
            <ac:picMk id="6" creationId="{0FD3EE85-6C86-09FB-0D54-5C4B7BA460AD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1:42.693" v="127" actId="1076"/>
          <ac:picMkLst>
            <pc:docMk/>
            <pc:sldMk cId="3747814646" sldId="266"/>
            <ac:picMk id="7" creationId="{C4438416-3A9B-9795-6FF4-4DB585D33A79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2:14.428" v="149" actId="1076"/>
          <ac:picMkLst>
            <pc:docMk/>
            <pc:sldMk cId="3747814646" sldId="266"/>
            <ac:picMk id="8" creationId="{7D259F61-6576-4951-2944-61A5ADCDCFFF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1:31.661" v="122"/>
          <ac:picMkLst>
            <pc:docMk/>
            <pc:sldMk cId="3747814646" sldId="266"/>
            <ac:picMk id="9" creationId="{D7A04FED-2048-2E7A-D745-EDBDB62B8F5E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2:05.475" v="147"/>
          <ac:picMkLst>
            <pc:docMk/>
            <pc:sldMk cId="3747814646" sldId="266"/>
            <ac:picMk id="10" creationId="{A91192AC-7A1C-E417-4EF3-E3F0A49FEC3F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25:26.497" v="201" actId="1076"/>
        <pc:sldMkLst>
          <pc:docMk/>
          <pc:sldMk cId="1666348567" sldId="267"/>
        </pc:sldMkLst>
        <pc:spChg chg="mod">
          <ac:chgData name="MARIANA MATIAS MELENGATE" userId="S::mariana.melengate@csn.com.br::2ccf716e-76bf-4a28-9405-3486cc2f2957" providerId="AD" clId="Web-{8F5E2C28-834C-59F2-0C0C-C960E3BF06BA}" dt="2023-09-21T18:23:31.665" v="172" actId="20577"/>
          <ac:spMkLst>
            <pc:docMk/>
            <pc:sldMk cId="1666348567" sldId="26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3:35.869" v="174" actId="20577"/>
          <ac:spMkLst>
            <pc:docMk/>
            <pc:sldMk cId="1666348567" sldId="26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5:05.403" v="196" actId="20577"/>
          <ac:spMkLst>
            <pc:docMk/>
            <pc:sldMk cId="1666348567" sldId="26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5:11.747" v="198" actId="20577"/>
          <ac:spMkLst>
            <pc:docMk/>
            <pc:sldMk cId="1666348567" sldId="267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23:11.571" v="154" actId="1076"/>
          <ac:picMkLst>
            <pc:docMk/>
            <pc:sldMk cId="1666348567" sldId="267"/>
            <ac:picMk id="2" creationId="{DE1C22B5-7CAA-2E7E-2ADD-AAA74E8C1519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3:42.478" v="177" actId="1076"/>
          <ac:picMkLst>
            <pc:docMk/>
            <pc:sldMk cId="1666348567" sldId="267"/>
            <ac:picMk id="4" creationId="{7D2AB0C1-2152-995A-3903-88FE14B4E891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3:01.805" v="151"/>
          <ac:picMkLst>
            <pc:docMk/>
            <pc:sldMk cId="1666348567" sldId="267"/>
            <ac:picMk id="5" creationId="{4D730246-5BA7-C232-B677-0B5FC875BB2C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3:39.853" v="176"/>
          <ac:picMkLst>
            <pc:docMk/>
            <pc:sldMk cId="1666348567" sldId="267"/>
            <ac:picMk id="6" creationId="{0FD3EE85-6C86-09FB-0D54-5C4B7BA460AD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4:29.152" v="178"/>
          <ac:picMkLst>
            <pc:docMk/>
            <pc:sldMk cId="1666348567" sldId="267"/>
            <ac:picMk id="7" creationId="{C4438416-3A9B-9795-6FF4-4DB585D33A79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5:13.700" v="199"/>
          <ac:picMkLst>
            <pc:docMk/>
            <pc:sldMk cId="1666348567" sldId="267"/>
            <ac:picMk id="8" creationId="{7D259F61-6576-4951-2944-61A5ADCDCFFF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4:42.246" v="183" actId="1076"/>
          <ac:picMkLst>
            <pc:docMk/>
            <pc:sldMk cId="1666348567" sldId="267"/>
            <ac:picMk id="9" creationId="{6EFF59DA-E187-C503-9CCC-C4DD61FF0096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5:26.497" v="201" actId="1076"/>
          <ac:picMkLst>
            <pc:docMk/>
            <pc:sldMk cId="1666348567" sldId="267"/>
            <ac:picMk id="10" creationId="{CEDBCC13-765A-0CCF-F57C-F4B529A7B1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27:35.127" v="260" actId="1076"/>
        <pc:sldMkLst>
          <pc:docMk/>
          <pc:sldMk cId="1561104802" sldId="268"/>
        </pc:sldMkLst>
        <pc:spChg chg="mod">
          <ac:chgData name="MARIANA MATIAS MELENGATE" userId="S::mariana.melengate@csn.com.br::2ccf716e-76bf-4a28-9405-3486cc2f2957" providerId="AD" clId="Web-{8F5E2C28-834C-59F2-0C0C-C960E3BF06BA}" dt="2023-09-21T18:26:19.343" v="227" actId="20577"/>
          <ac:spMkLst>
            <pc:docMk/>
            <pc:sldMk cId="1561104802" sldId="26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6:23.249" v="229" actId="20577"/>
          <ac:spMkLst>
            <pc:docMk/>
            <pc:sldMk cId="1561104802" sldId="26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7:21.564" v="255" actId="20577"/>
          <ac:spMkLst>
            <pc:docMk/>
            <pc:sldMk cId="1561104802" sldId="26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7:25.767" v="257" actId="20577"/>
          <ac:spMkLst>
            <pc:docMk/>
            <pc:sldMk cId="1561104802" sldId="268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25:49.545" v="203"/>
          <ac:picMkLst>
            <pc:docMk/>
            <pc:sldMk cId="1561104802" sldId="268"/>
            <ac:picMk id="2" creationId="{DE1C22B5-7CAA-2E7E-2ADD-AAA74E8C1519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6:24.015" v="230"/>
          <ac:picMkLst>
            <pc:docMk/>
            <pc:sldMk cId="1561104802" sldId="268"/>
            <ac:picMk id="4" creationId="{7D2AB0C1-2152-995A-3903-88FE14B4E891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5:57.905" v="206" actId="1076"/>
          <ac:picMkLst>
            <pc:docMk/>
            <pc:sldMk cId="1561104802" sldId="268"/>
            <ac:picMk id="5" creationId="{3E2160EF-5A5E-4E9A-B1D4-F5519DBB2895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6:31.594" v="232" actId="1076"/>
          <ac:picMkLst>
            <pc:docMk/>
            <pc:sldMk cId="1561104802" sldId="268"/>
            <ac:picMk id="6" creationId="{A95DA3BA-ED3B-1B5E-AB25-35E67882946D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7:02.641" v="236" actId="1076"/>
          <ac:picMkLst>
            <pc:docMk/>
            <pc:sldMk cId="1561104802" sldId="268"/>
            <ac:picMk id="7" creationId="{4BB6EAE8-2EC5-47DB-07B3-163B0024CB1A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7:35.127" v="260" actId="1076"/>
          <ac:picMkLst>
            <pc:docMk/>
            <pc:sldMk cId="1561104802" sldId="268"/>
            <ac:picMk id="8" creationId="{FE5A18A1-FC47-DF30-CFF5-E0050A4E8E27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6:54.657" v="233"/>
          <ac:picMkLst>
            <pc:docMk/>
            <pc:sldMk cId="1561104802" sldId="268"/>
            <ac:picMk id="9" creationId="{6EFF59DA-E187-C503-9CCC-C4DD61FF0096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7:26.611" v="258"/>
          <ac:picMkLst>
            <pc:docMk/>
            <pc:sldMk cId="1561104802" sldId="268"/>
            <ac:picMk id="10" creationId="{CEDBCC13-765A-0CCF-F57C-F4B529A7B1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30:24.102" v="320" actId="1076"/>
        <pc:sldMkLst>
          <pc:docMk/>
          <pc:sldMk cId="531927005" sldId="269"/>
        </pc:sldMkLst>
        <pc:spChg chg="mod">
          <ac:chgData name="MARIANA MATIAS MELENGATE" userId="S::mariana.melengate@csn.com.br::2ccf716e-76bf-4a28-9405-3486cc2f2957" providerId="AD" clId="Web-{8F5E2C28-834C-59F2-0C0C-C960E3BF06BA}" dt="2023-09-21T18:28:36.832" v="289" actId="20577"/>
          <ac:spMkLst>
            <pc:docMk/>
            <pc:sldMk cId="531927005" sldId="269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8:41.270" v="291" actId="20577"/>
          <ac:spMkLst>
            <pc:docMk/>
            <pc:sldMk cId="531927005" sldId="269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0:02.663" v="316" actId="20577"/>
          <ac:spMkLst>
            <pc:docMk/>
            <pc:sldMk cId="531927005" sldId="269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0:08.039" v="318" actId="20577"/>
          <ac:spMkLst>
            <pc:docMk/>
            <pc:sldMk cId="531927005" sldId="269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28:18.316" v="267" actId="1076"/>
          <ac:picMkLst>
            <pc:docMk/>
            <pc:sldMk cId="531927005" sldId="269"/>
            <ac:picMk id="2" creationId="{BE2041ED-6870-A652-52B4-0365A181E54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8:50.552" v="294" actId="1076"/>
          <ac:picMkLst>
            <pc:docMk/>
            <pc:sldMk cId="531927005" sldId="269"/>
            <ac:picMk id="4" creationId="{C41A05F1-8F29-87AE-307B-3E254C077382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06.816" v="262"/>
          <ac:picMkLst>
            <pc:docMk/>
            <pc:sldMk cId="531927005" sldId="269"/>
            <ac:picMk id="5" creationId="{3E2160EF-5A5E-4E9A-B1D4-F5519DBB2895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42.067" v="292"/>
          <ac:picMkLst>
            <pc:docMk/>
            <pc:sldMk cId="531927005" sldId="269"/>
            <ac:picMk id="6" creationId="{A95DA3BA-ED3B-1B5E-AB25-35E67882946D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54.333" v="295"/>
          <ac:picMkLst>
            <pc:docMk/>
            <pc:sldMk cId="531927005" sldId="269"/>
            <ac:picMk id="7" creationId="{4BB6EAE8-2EC5-47DB-07B3-163B0024CB1A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55.255" v="296"/>
          <ac:picMkLst>
            <pc:docMk/>
            <pc:sldMk cId="531927005" sldId="269"/>
            <ac:picMk id="8" creationId="{FE5A18A1-FC47-DF30-CFF5-E0050A4E8E2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9:22.365" v="299" actId="1076"/>
          <ac:picMkLst>
            <pc:docMk/>
            <pc:sldMk cId="531927005" sldId="269"/>
            <ac:picMk id="9" creationId="{6C5762A7-AFE0-9229-893A-548E81BD0979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0:24.102" v="320" actId="1076"/>
          <ac:picMkLst>
            <pc:docMk/>
            <pc:sldMk cId="531927005" sldId="269"/>
            <ac:picMk id="10" creationId="{884CA05D-3E1E-848F-1D2C-73A6FFD52E9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34:52.892" v="366" actId="1076"/>
        <pc:sldMkLst>
          <pc:docMk/>
          <pc:sldMk cId="2929055724" sldId="270"/>
        </pc:sldMkLst>
        <pc:spChg chg="mod">
          <ac:chgData name="MARIANA MATIAS MELENGATE" userId="S::mariana.melengate@csn.com.br::2ccf716e-76bf-4a28-9405-3486cc2f2957" providerId="AD" clId="Web-{8F5E2C28-834C-59F2-0C0C-C960E3BF06BA}" dt="2023-09-21T18:31:40.448" v="342" actId="20577"/>
          <ac:spMkLst>
            <pc:docMk/>
            <pc:sldMk cId="2929055724" sldId="270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1:44.464" v="344" actId="20577"/>
          <ac:spMkLst>
            <pc:docMk/>
            <pc:sldMk cId="2929055724" sldId="270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4:40.329" v="361" actId="20577"/>
          <ac:spMkLst>
            <pc:docMk/>
            <pc:sldMk cId="2929055724" sldId="270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4:44.455" v="363" actId="20577"/>
          <ac:spMkLst>
            <pc:docMk/>
            <pc:sldMk cId="2929055724" sldId="270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31:00.025" v="322"/>
          <ac:picMkLst>
            <pc:docMk/>
            <pc:sldMk cId="2929055724" sldId="270"/>
            <ac:picMk id="2" creationId="{BE2041ED-6870-A652-52B4-0365A181E547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31:45.323" v="345"/>
          <ac:picMkLst>
            <pc:docMk/>
            <pc:sldMk cId="2929055724" sldId="270"/>
            <ac:picMk id="4" creationId="{C41A05F1-8F29-87AE-307B-3E254C077382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1:08.025" v="325" actId="1076"/>
          <ac:picMkLst>
            <pc:docMk/>
            <pc:sldMk cId="2929055724" sldId="270"/>
            <ac:picMk id="5" creationId="{003F6D66-D552-8C35-7466-0C9B3458A084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1:53.511" v="347" actId="1076"/>
          <ac:picMkLst>
            <pc:docMk/>
            <pc:sldMk cId="2929055724" sldId="270"/>
            <ac:picMk id="6" creationId="{6A9294B0-F62A-DD07-290F-98A2E03E0411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4:16.032" v="353" actId="1076"/>
          <ac:picMkLst>
            <pc:docMk/>
            <pc:sldMk cId="2929055724" sldId="270"/>
            <ac:picMk id="7" creationId="{1D3C6044-6697-A92B-B27B-1B120E2B5B4E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4:52.892" v="366" actId="1076"/>
          <ac:picMkLst>
            <pc:docMk/>
            <pc:sldMk cId="2929055724" sldId="270"/>
            <ac:picMk id="8" creationId="{BB782638-8B8B-9590-DFD9-2BF57CD4566C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34:03.672" v="348"/>
          <ac:picMkLst>
            <pc:docMk/>
            <pc:sldMk cId="2929055724" sldId="270"/>
            <ac:picMk id="9" creationId="{6C5762A7-AFE0-9229-893A-548E81BD0979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34:45.580" v="364"/>
          <ac:picMkLst>
            <pc:docMk/>
            <pc:sldMk cId="2929055724" sldId="270"/>
            <ac:picMk id="10" creationId="{884CA05D-3E1E-848F-1D2C-73A6FFD52E9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43:15.019" v="391" actId="1076"/>
        <pc:sldMkLst>
          <pc:docMk/>
          <pc:sldMk cId="639601480" sldId="271"/>
        </pc:sldMkLst>
        <pc:spChg chg="mod">
          <ac:chgData name="MARIANA MATIAS MELENGATE" userId="S::mariana.melengate@csn.com.br::2ccf716e-76bf-4a28-9405-3486cc2f2957" providerId="AD" clId="Web-{8F5E2C28-834C-59F2-0C0C-C960E3BF06BA}" dt="2023-09-21T18:43:02.785" v="386" actId="20577"/>
          <ac:spMkLst>
            <pc:docMk/>
            <pc:sldMk cId="639601480" sldId="271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43:06.628" v="388" actId="20577"/>
          <ac:spMkLst>
            <pc:docMk/>
            <pc:sldMk cId="639601480" sldId="271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42:37.377" v="371" actId="1076"/>
          <ac:picMkLst>
            <pc:docMk/>
            <pc:sldMk cId="639601480" sldId="271"/>
            <ac:picMk id="2" creationId="{AEE5511D-06BC-1A6B-DFFF-125E5550B25E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43:15.019" v="391" actId="1076"/>
          <ac:picMkLst>
            <pc:docMk/>
            <pc:sldMk cId="639601480" sldId="271"/>
            <ac:picMk id="4" creationId="{96C4674D-EE34-8693-C503-CEBA9DBC70C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42:29.721" v="368"/>
          <ac:picMkLst>
            <pc:docMk/>
            <pc:sldMk cId="639601480" sldId="271"/>
            <ac:picMk id="5" creationId="{003F6D66-D552-8C35-7466-0C9B3458A084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43:07.957" v="389"/>
          <ac:picMkLst>
            <pc:docMk/>
            <pc:sldMk cId="639601480" sldId="271"/>
            <ac:picMk id="6" creationId="{6A9294B0-F62A-DD07-290F-98A2E03E0411}"/>
          </ac:picMkLst>
        </pc:picChg>
      </pc:sldChg>
    </pc:docChg>
  </pc:docChgLst>
  <pc:docChgLst>
    <pc:chgData name="MARIANA MATIAS MELENGATE" userId="S::mariana.melengate@csn.com.br::2ccf716e-76bf-4a28-9405-3486cc2f2957" providerId="AD" clId="Web-{33C7A547-7189-7D0D-5EA0-C1B9A92CFFC2}"/>
    <pc:docChg chg="modSld">
      <pc:chgData name="MARIANA MATIAS MELENGATE" userId="S::mariana.melengate@csn.com.br::2ccf716e-76bf-4a28-9405-3486cc2f2957" providerId="AD" clId="Web-{33C7A547-7189-7D0D-5EA0-C1B9A92CFFC2}" dt="2024-05-02T16:36:21.627" v="4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3C7A547-7189-7D0D-5EA0-C1B9A92CFFC2}" dt="2024-05-02T16:36:21.627" v="40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33C7A547-7189-7D0D-5EA0-C1B9A92CFFC2}" dt="2024-05-02T16:36:08.502" v="38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3C7A547-7189-7D0D-5EA0-C1B9A92CFFC2}" dt="2024-05-02T16:36:21.627" v="40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33C7A547-7189-7D0D-5EA0-C1B9A92CFFC2}" dt="2024-05-02T16:34:19.140" v="0"/>
          <ac:picMkLst>
            <pc:docMk/>
            <pc:sldMk cId="3855834659" sldId="270"/>
            <ac:picMk id="2" creationId="{D3A85FAB-3997-E914-9A22-49DDCA54683F}"/>
          </ac:picMkLst>
        </pc:picChg>
        <pc:picChg chg="del">
          <ac:chgData name="MARIANA MATIAS MELENGATE" userId="S::mariana.melengate@csn.com.br::2ccf716e-76bf-4a28-9405-3486cc2f2957" providerId="AD" clId="Web-{33C7A547-7189-7D0D-5EA0-C1B9A92CFFC2}" dt="2024-05-02T16:34:21.609" v="1"/>
          <ac:picMkLst>
            <pc:docMk/>
            <pc:sldMk cId="3855834659" sldId="270"/>
            <ac:picMk id="6" creationId="{34D3CE18-2B12-5CAA-918A-C96866F138BF}"/>
          </ac:picMkLst>
        </pc:picChg>
        <pc:picChg chg="del">
          <ac:chgData name="MARIANA MATIAS MELENGATE" userId="S::mariana.melengate@csn.com.br::2ccf716e-76bf-4a28-9405-3486cc2f2957" providerId="AD" clId="Web-{33C7A547-7189-7D0D-5EA0-C1B9A92CFFC2}" dt="2024-05-02T16:34:23.390" v="2"/>
          <ac:picMkLst>
            <pc:docMk/>
            <pc:sldMk cId="3855834659" sldId="270"/>
            <ac:picMk id="8" creationId="{5DC779A5-6473-76DA-D246-8156C79765A1}"/>
          </ac:picMkLst>
        </pc:picChg>
        <pc:picChg chg="add mod">
          <ac:chgData name="MARIANA MATIAS MELENGATE" userId="S::mariana.melengate@csn.com.br::2ccf716e-76bf-4a28-9405-3486cc2f2957" providerId="AD" clId="Web-{33C7A547-7189-7D0D-5EA0-C1B9A92CFFC2}" dt="2024-05-02T16:34:57.969" v="6" actId="1076"/>
          <ac:picMkLst>
            <pc:docMk/>
            <pc:sldMk cId="3855834659" sldId="270"/>
            <ac:picMk id="9" creationId="{46FAEDC9-182D-1B4A-DB26-F76A71ACBC2C}"/>
          </ac:picMkLst>
        </pc:picChg>
        <pc:picChg chg="add mod">
          <ac:chgData name="MARIANA MATIAS MELENGATE" userId="S::mariana.melengate@csn.com.br::2ccf716e-76bf-4a28-9405-3486cc2f2957" providerId="AD" clId="Web-{33C7A547-7189-7D0D-5EA0-C1B9A92CFFC2}" dt="2024-05-02T16:35:06.516" v="8" actId="1076"/>
          <ac:picMkLst>
            <pc:docMk/>
            <pc:sldMk cId="3855834659" sldId="270"/>
            <ac:picMk id="11" creationId="{A3634559-017C-FC5C-951C-1328C488CD69}"/>
          </ac:picMkLst>
        </pc:picChg>
      </pc:sldChg>
    </pc:docChg>
  </pc:docChgLst>
  <pc:docChgLst>
    <pc:chgData name="MARIANA MATIAS MELENGATE" userId="S::mariana.melengate@csn.com.br::2ccf716e-76bf-4a28-9405-3486cc2f2957" providerId="AD" clId="Web-{2C25A7A8-72BC-5F5E-8F76-BE2DD9AE0898}"/>
    <pc:docChg chg="modSld">
      <pc:chgData name="MARIANA MATIAS MELENGATE" userId="S::mariana.melengate@csn.com.br::2ccf716e-76bf-4a28-9405-3486cc2f2957" providerId="AD" clId="Web-{2C25A7A8-72BC-5F5E-8F76-BE2DD9AE0898}" dt="2023-06-12T11:33:06.573" v="49" actId="1076"/>
      <pc:docMkLst>
        <pc:docMk/>
      </pc:docMkLst>
      <pc:sldChg chg="addSp delSp modSp">
        <pc:chgData name="MARIANA MATIAS MELENGATE" userId="S::mariana.melengate@csn.com.br::2ccf716e-76bf-4a28-9405-3486cc2f2957" providerId="AD" clId="Web-{2C25A7A8-72BC-5F5E-8F76-BE2DD9AE0898}" dt="2023-06-12T11:32:37.508" v="3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2C25A7A8-72BC-5F5E-8F76-BE2DD9AE0898}" dt="2023-06-12T11:32:32.851" v="3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C25A7A8-72BC-5F5E-8F76-BE2DD9AE0898}" dt="2023-06-12T11:32:37.508" v="3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C25A7A8-72BC-5F5E-8F76-BE2DD9AE0898}" dt="2023-06-12T11:31:38.300" v="5" actId="1076"/>
          <ac:picMkLst>
            <pc:docMk/>
            <pc:sldMk cId="0" sldId="256"/>
            <ac:picMk id="2" creationId="{582366E4-BB71-DB68-0ECC-AB2AAFBD0409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1:25.424" v="0"/>
          <ac:picMkLst>
            <pc:docMk/>
            <pc:sldMk cId="0" sldId="256"/>
            <ac:picMk id="4" creationId="{F5A2C162-6F0A-EE7B-BB9E-7E8366952577}"/>
          </ac:picMkLst>
        </pc:picChg>
        <pc:picChg chg="add mod">
          <ac:chgData name="MARIANA MATIAS MELENGATE" userId="S::mariana.melengate@csn.com.br::2ccf716e-76bf-4a28-9405-3486cc2f2957" providerId="AD" clId="Web-{2C25A7A8-72BC-5F5E-8F76-BE2DD9AE0898}" dt="2023-06-12T11:31:46.942" v="8" actId="1076"/>
          <ac:picMkLst>
            <pc:docMk/>
            <pc:sldMk cId="0" sldId="256"/>
            <ac:picMk id="5" creationId="{FC9FCCF9-591F-C59C-3C26-90897E05072C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1:42.316" v="6"/>
          <ac:picMkLst>
            <pc:docMk/>
            <pc:sldMk cId="0" sldId="256"/>
            <ac:picMk id="6" creationId="{B3BE87D0-898A-5F32-8586-7118E9AD548B}"/>
          </ac:picMkLst>
        </pc:picChg>
      </pc:sldChg>
      <pc:sldChg chg="addSp delSp modSp">
        <pc:chgData name="MARIANA MATIAS MELENGATE" userId="S::mariana.melengate@csn.com.br::2ccf716e-76bf-4a28-9405-3486cc2f2957" providerId="AD" clId="Web-{2C25A7A8-72BC-5F5E-8F76-BE2DD9AE0898}" dt="2023-06-12T11:33:06.573" v="49" actId="1076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2C25A7A8-72BC-5F5E-8F76-BE2DD9AE0898}" dt="2023-06-12T11:32:42.837" v="41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2C25A7A8-72BC-5F5E-8F76-BE2DD9AE0898}" dt="2023-06-12T11:32:46.228" v="43" actId="20577"/>
          <ac:spMkLst>
            <pc:docMk/>
            <pc:sldMk cId="2928551198" sldId="263"/>
            <ac:spMk id="18" creationId="{AD0D33DE-95D2-F2E7-3227-51D9D8D05060}"/>
          </ac:spMkLst>
        </pc:spChg>
        <pc:picChg chg="add mod">
          <ac:chgData name="MARIANA MATIAS MELENGATE" userId="S::mariana.melengate@csn.com.br::2ccf716e-76bf-4a28-9405-3486cc2f2957" providerId="AD" clId="Web-{2C25A7A8-72BC-5F5E-8F76-BE2DD9AE0898}" dt="2023-06-12T11:32:55.916" v="46" actId="1076"/>
          <ac:picMkLst>
            <pc:docMk/>
            <pc:sldMk cId="2928551198" sldId="263"/>
            <ac:picMk id="3" creationId="{66F140EE-2349-2D2D-CFA9-FE0704AD1D51}"/>
          </ac:picMkLst>
        </pc:picChg>
        <pc:picChg chg="add mod">
          <ac:chgData name="MARIANA MATIAS MELENGATE" userId="S::mariana.melengate@csn.com.br::2ccf716e-76bf-4a28-9405-3486cc2f2957" providerId="AD" clId="Web-{2C25A7A8-72BC-5F5E-8F76-BE2DD9AE0898}" dt="2023-06-12T11:33:06.573" v="49" actId="1076"/>
          <ac:picMkLst>
            <pc:docMk/>
            <pc:sldMk cId="2928551198" sldId="263"/>
            <ac:picMk id="6" creationId="{80406906-3D47-2A55-B174-1535547C12A1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2:51.228" v="44"/>
          <ac:picMkLst>
            <pc:docMk/>
            <pc:sldMk cId="2928551198" sldId="263"/>
            <ac:picMk id="7" creationId="{599FEE80-010D-A1F1-9862-627EF5C9A867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3:01.244" v="47"/>
          <ac:picMkLst>
            <pc:docMk/>
            <pc:sldMk cId="2928551198" sldId="263"/>
            <ac:picMk id="8" creationId="{DA85FF6B-78BF-9192-3324-3FB9CD522883}"/>
          </ac:picMkLst>
        </pc:picChg>
      </pc:sldChg>
    </pc:docChg>
  </pc:docChgLst>
  <pc:docChgLst>
    <pc:chgData name="MARIANA MATIAS MELENGATE" userId="S::mariana.melengate@csn.com.br::2ccf716e-76bf-4a28-9405-3486cc2f2957" providerId="AD" clId="Web-{E555650D-F93A-1EBF-42C7-4C0C177C90FE}"/>
    <pc:docChg chg="modSld">
      <pc:chgData name="MARIANA MATIAS MELENGATE" userId="S::mariana.melengate@csn.com.br::2ccf716e-76bf-4a28-9405-3486cc2f2957" providerId="AD" clId="Web-{E555650D-F93A-1EBF-42C7-4C0C177C90FE}" dt="2024-04-18T12:20:21.575" v="44" actId="1076"/>
      <pc:docMkLst>
        <pc:docMk/>
      </pc:docMkLst>
      <pc:sldChg chg="addSp delSp modSp">
        <pc:chgData name="MARIANA MATIAS MELENGATE" userId="S::mariana.melengate@csn.com.br::2ccf716e-76bf-4a28-9405-3486cc2f2957" providerId="AD" clId="Web-{E555650D-F93A-1EBF-42C7-4C0C177C90FE}" dt="2024-04-18T12:20:21.575" v="44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E555650D-F93A-1EBF-42C7-4C0C177C90FE}" dt="2024-04-18T12:18:58.292" v="32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E555650D-F93A-1EBF-42C7-4C0C177C90FE}" dt="2024-04-18T12:19:16.668" v="35" actId="20577"/>
          <ac:spMkLst>
            <pc:docMk/>
            <pc:sldMk cId="3855834659" sldId="270"/>
            <ac:spMk id="191" creationId="{B395115E-5DEF-840E-F5CE-DB94A33EE366}"/>
          </ac:spMkLst>
        </pc:spChg>
        <pc:picChg chg="add mod">
          <ac:chgData name="MARIANA MATIAS MELENGATE" userId="S::mariana.melengate@csn.com.br::2ccf716e-76bf-4a28-9405-3486cc2f2957" providerId="AD" clId="Web-{E555650D-F93A-1EBF-42C7-4C0C177C90FE}" dt="2024-04-18T12:19:55.450" v="37"/>
          <ac:picMkLst>
            <pc:docMk/>
            <pc:sldMk cId="3855834659" sldId="270"/>
            <ac:picMk id="2" creationId="{D3A85FAB-3997-E914-9A22-49DDCA54683F}"/>
          </ac:picMkLst>
        </pc:picChg>
        <pc:picChg chg="add mod">
          <ac:chgData name="MARIANA MATIAS MELENGATE" userId="S::mariana.melengate@csn.com.br::2ccf716e-76bf-4a28-9405-3486cc2f2957" providerId="AD" clId="Web-{E555650D-F93A-1EBF-42C7-4C0C177C90FE}" dt="2024-04-18T12:20:15.872" v="42" actId="1076"/>
          <ac:picMkLst>
            <pc:docMk/>
            <pc:sldMk cId="3855834659" sldId="270"/>
            <ac:picMk id="6" creationId="{34D3CE18-2B12-5CAA-918A-C96866F138BF}"/>
          </ac:picMkLst>
        </pc:picChg>
        <pc:picChg chg="add mod">
          <ac:chgData name="MARIANA MATIAS MELENGATE" userId="S::mariana.melengate@csn.com.br::2ccf716e-76bf-4a28-9405-3486cc2f2957" providerId="AD" clId="Web-{E555650D-F93A-1EBF-42C7-4C0C177C90FE}" dt="2024-04-18T12:20:21.575" v="44" actId="1076"/>
          <ac:picMkLst>
            <pc:docMk/>
            <pc:sldMk cId="3855834659" sldId="270"/>
            <ac:picMk id="8" creationId="{5DC779A5-6473-76DA-D246-8156C79765A1}"/>
          </ac:picMkLst>
        </pc:picChg>
        <pc:picChg chg="del">
          <ac:chgData name="MARIANA MATIAS MELENGATE" userId="S::mariana.melengate@csn.com.br::2ccf716e-76bf-4a28-9405-3486cc2f2957" providerId="AD" clId="Web-{E555650D-F93A-1EBF-42C7-4C0C177C90FE}" dt="2024-04-18T12:18:59.168" v="33"/>
          <ac:picMkLst>
            <pc:docMk/>
            <pc:sldMk cId="3855834659" sldId="270"/>
            <ac:picMk id="11" creationId="{A1181C82-2A64-E3E1-C67D-16AE8917B320}"/>
          </ac:picMkLst>
        </pc:picChg>
        <pc:picChg chg="del">
          <ac:chgData name="MARIANA MATIAS MELENGATE" userId="S::mariana.melengate@csn.com.br::2ccf716e-76bf-4a28-9405-3486cc2f2957" providerId="AD" clId="Web-{E555650D-F93A-1EBF-42C7-4C0C177C90FE}" dt="2024-04-18T12:19:17.590" v="36"/>
          <ac:picMkLst>
            <pc:docMk/>
            <pc:sldMk cId="3855834659" sldId="270"/>
            <ac:picMk id="12" creationId="{AEEA73EC-248B-1976-06C1-E955F727BCAF}"/>
          </ac:picMkLst>
        </pc:picChg>
      </pc:sldChg>
    </pc:docChg>
  </pc:docChgLst>
  <pc:docChgLst>
    <pc:chgData name="MARIANA MATIAS MELENGATE" userId="S::mariana.melengate@csn.com.br::2ccf716e-76bf-4a28-9405-3486cc2f2957" providerId="AD" clId="Web-{F69EDCBE-B436-C59D-27F7-0EFB0245D1CE}"/>
    <pc:docChg chg="modSld">
      <pc:chgData name="MARIANA MATIAS MELENGATE" userId="S::mariana.melengate@csn.com.br::2ccf716e-76bf-4a28-9405-3486cc2f2957" providerId="AD" clId="Web-{F69EDCBE-B436-C59D-27F7-0EFB0245D1CE}" dt="2024-06-05T11:50:49.253" v="4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69EDCBE-B436-C59D-27F7-0EFB0245D1CE}" dt="2024-06-05T11:50:49.253" v="49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F69EDCBE-B436-C59D-27F7-0EFB0245D1CE}" dt="2024-06-05T11:49:19.345" v="45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F69EDCBE-B436-C59D-27F7-0EFB0245D1CE}" dt="2024-06-05T11:50:12.940" v="47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F69EDCBE-B436-C59D-27F7-0EFB0245D1CE}" dt="2024-06-05T11:50:49.253" v="49" actId="20577"/>
          <ac:spMkLst>
            <pc:docMk/>
            <pc:sldMk cId="3855834659" sldId="270"/>
            <ac:spMk id="192" creationId="{00D80CF4-540F-4F49-1CA2-7D887E6AB01D}"/>
          </ac:spMkLst>
        </pc:spChg>
        <pc:picChg chg="del">
          <ac:chgData name="MARIANA MATIAS MELENGATE" userId="S::mariana.melengate@csn.com.br::2ccf716e-76bf-4a28-9405-3486cc2f2957" providerId="AD" clId="Web-{F69EDCBE-B436-C59D-27F7-0EFB0245D1CE}" dt="2024-06-05T11:45:24.791" v="0"/>
          <ac:picMkLst>
            <pc:docMk/>
            <pc:sldMk cId="3855834659" sldId="270"/>
            <ac:picMk id="2" creationId="{9A06FE38-B9C4-E553-2CBC-1AB5977DC110}"/>
          </ac:picMkLst>
        </pc:picChg>
        <pc:picChg chg="del">
          <ac:chgData name="MARIANA MATIAS MELENGATE" userId="S::mariana.melengate@csn.com.br::2ccf716e-76bf-4a28-9405-3486cc2f2957" providerId="AD" clId="Web-{F69EDCBE-B436-C59D-27F7-0EFB0245D1CE}" dt="2024-06-05T11:45:28.745" v="1"/>
          <ac:picMkLst>
            <pc:docMk/>
            <pc:sldMk cId="3855834659" sldId="270"/>
            <ac:picMk id="6" creationId="{BE32EFD3-9295-D0CB-8F42-2FAF7DF9F48E}"/>
          </ac:picMkLst>
        </pc:picChg>
        <pc:picChg chg="add mod">
          <ac:chgData name="MARIANA MATIAS MELENGATE" userId="S::mariana.melengate@csn.com.br::2ccf716e-76bf-4a28-9405-3486cc2f2957" providerId="AD" clId="Web-{F69EDCBE-B436-C59D-27F7-0EFB0245D1CE}" dt="2024-06-05T11:45:57.027" v="7" actId="1076"/>
          <ac:picMkLst>
            <pc:docMk/>
            <pc:sldMk cId="3855834659" sldId="270"/>
            <ac:picMk id="8" creationId="{658F9F80-A121-2A0A-F8C9-1759D6FF7B47}"/>
          </ac:picMkLst>
        </pc:picChg>
        <pc:picChg chg="add mod">
          <ac:chgData name="MARIANA MATIAS MELENGATE" userId="S::mariana.melengate@csn.com.br::2ccf716e-76bf-4a28-9405-3486cc2f2957" providerId="AD" clId="Web-{F69EDCBE-B436-C59D-27F7-0EFB0245D1CE}" dt="2024-06-05T11:47:02.778" v="12" actId="1076"/>
          <ac:picMkLst>
            <pc:docMk/>
            <pc:sldMk cId="3855834659" sldId="270"/>
            <ac:picMk id="9" creationId="{323A19F0-02F5-0635-951E-DE3A10F41296}"/>
          </ac:picMkLst>
        </pc:picChg>
        <pc:picChg chg="add mod">
          <ac:chgData name="MARIANA MATIAS MELENGATE" userId="S::mariana.melengate@csn.com.br::2ccf716e-76bf-4a28-9405-3486cc2f2957" providerId="AD" clId="Web-{F69EDCBE-B436-C59D-27F7-0EFB0245D1CE}" dt="2024-06-05T11:47:30.607" v="16" actId="1076"/>
          <ac:picMkLst>
            <pc:docMk/>
            <pc:sldMk cId="3855834659" sldId="270"/>
            <ac:picMk id="11" creationId="{2D0A401F-5606-8A06-21BD-8E28EF11DC5B}"/>
          </ac:picMkLst>
        </pc:picChg>
        <pc:picChg chg="del">
          <ac:chgData name="MARIANA MATIAS MELENGATE" userId="S::mariana.melengate@csn.com.br::2ccf716e-76bf-4a28-9405-3486cc2f2957" providerId="AD" clId="Web-{F69EDCBE-B436-C59D-27F7-0EFB0245D1CE}" dt="2024-06-05T11:45:29.417" v="2"/>
          <ac:picMkLst>
            <pc:docMk/>
            <pc:sldMk cId="3855834659" sldId="270"/>
            <ac:picMk id="12" creationId="{77E41B36-7ED1-1A03-10C5-4FF32F28D777}"/>
          </ac:picMkLst>
        </pc:picChg>
        <pc:picChg chg="del">
          <ac:chgData name="MARIANA MATIAS MELENGATE" userId="S::mariana.melengate@csn.com.br::2ccf716e-76bf-4a28-9405-3486cc2f2957" providerId="AD" clId="Web-{F69EDCBE-B436-C59D-27F7-0EFB0245D1CE}" dt="2024-06-05T11:45:30.823" v="3"/>
          <ac:picMkLst>
            <pc:docMk/>
            <pc:sldMk cId="3855834659" sldId="270"/>
            <ac:picMk id="13" creationId="{C6E4A2B9-848D-DF16-1577-6D3F339DAEB3}"/>
          </ac:picMkLst>
        </pc:picChg>
      </pc:sldChg>
    </pc:docChg>
  </pc:docChgLst>
  <pc:docChgLst>
    <pc:chgData name="MARIANA MATIAS MELENGATE" userId="S::mariana.melengate@csn.com.br::2ccf716e-76bf-4a28-9405-3486cc2f2957" providerId="AD" clId="Web-{CA153480-4AD8-1D53-E90A-E81CD4276CAA}"/>
    <pc:docChg chg="modSld">
      <pc:chgData name="MARIANA MATIAS MELENGATE" userId="S::mariana.melengate@csn.com.br::2ccf716e-76bf-4a28-9405-3486cc2f2957" providerId="AD" clId="Web-{CA153480-4AD8-1D53-E90A-E81CD4276CAA}" dt="2024-02-08T10:51:31.350" v="3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CA153480-4AD8-1D53-E90A-E81CD4276CAA}" dt="2024-02-08T10:51:31.350" v="38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CA153480-4AD8-1D53-E90A-E81CD4276CAA}" dt="2024-02-08T10:51:10.834" v="32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CA153480-4AD8-1D53-E90A-E81CD4276CAA}" dt="2024-02-08T10:51:14.256" v="34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CA153480-4AD8-1D53-E90A-E81CD4276CAA}" dt="2024-02-08T10:51:31.350" v="38" actId="20577"/>
          <ac:spMkLst>
            <pc:docMk/>
            <pc:sldMk cId="3855834659" sldId="270"/>
            <ac:spMk id="192" creationId="{00D80CF4-540F-4F49-1CA2-7D887E6AB01D}"/>
          </ac:spMkLst>
        </pc:spChg>
        <pc:picChg chg="del">
          <ac:chgData name="MARIANA MATIAS MELENGATE" userId="S::mariana.melengate@csn.com.br::2ccf716e-76bf-4a28-9405-3486cc2f2957" providerId="AD" clId="Web-{CA153480-4AD8-1D53-E90A-E81CD4276CAA}" dt="2024-02-08T10:49:59.098" v="0"/>
          <ac:picMkLst>
            <pc:docMk/>
            <pc:sldMk cId="3855834659" sldId="270"/>
            <ac:picMk id="2" creationId="{3C1F0C76-A74E-A9C0-E290-0FF462360AA4}"/>
          </ac:picMkLst>
        </pc:picChg>
        <pc:picChg chg="del">
          <ac:chgData name="MARIANA MATIAS MELENGATE" userId="S::mariana.melengate@csn.com.br::2ccf716e-76bf-4a28-9405-3486cc2f2957" providerId="AD" clId="Web-{CA153480-4AD8-1D53-E90A-E81CD4276CAA}" dt="2024-02-08T10:50:09.802" v="4"/>
          <ac:picMkLst>
            <pc:docMk/>
            <pc:sldMk cId="3855834659" sldId="270"/>
            <ac:picMk id="6" creationId="{AC52A086-C235-1A23-911D-7FDDC8820E1F}"/>
          </ac:picMkLst>
        </pc:picChg>
        <pc:picChg chg="add mod">
          <ac:chgData name="MARIANA MATIAS MELENGATE" userId="S::mariana.melengate@csn.com.br::2ccf716e-76bf-4a28-9405-3486cc2f2957" providerId="AD" clId="Web-{CA153480-4AD8-1D53-E90A-E81CD4276CAA}" dt="2024-02-08T10:50:15.442" v="6" actId="1076"/>
          <ac:picMkLst>
            <pc:docMk/>
            <pc:sldMk cId="3855834659" sldId="270"/>
            <ac:picMk id="8" creationId="{D38C0291-3DE5-00BC-A06A-FF70825830B8}"/>
          </ac:picMkLst>
        </pc:picChg>
        <pc:picChg chg="add mod">
          <ac:chgData name="MARIANA MATIAS MELENGATE" userId="S::mariana.melengate@csn.com.br::2ccf716e-76bf-4a28-9405-3486cc2f2957" providerId="AD" clId="Web-{CA153480-4AD8-1D53-E90A-E81CD4276CAA}" dt="2024-02-08T10:50:28.568" v="9" actId="14100"/>
          <ac:picMkLst>
            <pc:docMk/>
            <pc:sldMk cId="3855834659" sldId="270"/>
            <ac:picMk id="9" creationId="{A929F049-E473-7195-A596-1216EC42A3CF}"/>
          </ac:picMkLst>
        </pc:picChg>
        <pc:picChg chg="add mod">
          <ac:chgData name="MARIANA MATIAS MELENGATE" userId="S::mariana.melengate@csn.com.br::2ccf716e-76bf-4a28-9405-3486cc2f2957" providerId="AD" clId="Web-{CA153480-4AD8-1D53-E90A-E81CD4276CAA}" dt="2024-02-08T10:51:19.710" v="36" actId="1076"/>
          <ac:picMkLst>
            <pc:docMk/>
            <pc:sldMk cId="3855834659" sldId="270"/>
            <ac:picMk id="11" creationId="{D45B79FD-80E1-3D21-A668-F7FEABCE3787}"/>
          </ac:picMkLst>
        </pc:picChg>
      </pc:sldChg>
    </pc:docChg>
  </pc:docChgLst>
  <pc:docChgLst>
    <pc:chgData name="MARIANA MATIAS MELENGATE" userId="S::mariana.melengate@csn.com.br::2ccf716e-76bf-4a28-9405-3486cc2f2957" providerId="AD" clId="Web-{6809FD42-6126-6B33-432B-E008295246B0}"/>
    <pc:docChg chg="modSld">
      <pc:chgData name="MARIANA MATIAS MELENGATE" userId="S::mariana.melengate@csn.com.br::2ccf716e-76bf-4a28-9405-3486cc2f2957" providerId="AD" clId="Web-{6809FD42-6126-6B33-432B-E008295246B0}" dt="2023-07-19T17:38:44.440" v="3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809FD42-6126-6B33-432B-E008295246B0}" dt="2023-07-19T17:38:44.440" v="37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6809FD42-6126-6B33-432B-E008295246B0}" dt="2023-07-19T17:38:38.518" v="34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6809FD42-6126-6B33-432B-E008295246B0}" dt="2023-07-19T17:38:44.440" v="37" actId="20577"/>
          <ac:spMkLst>
            <pc:docMk/>
            <pc:sldMk cId="2928551198" sldId="263"/>
            <ac:spMk id="18" creationId="{AD0D33DE-95D2-F2E7-3227-51D9D8D05060}"/>
          </ac:spMkLst>
        </pc:spChg>
        <pc:picChg chg="del">
          <ac:chgData name="MARIANA MATIAS MELENGATE" userId="S::mariana.melengate@csn.com.br::2ccf716e-76bf-4a28-9405-3486cc2f2957" providerId="AD" clId="Web-{6809FD42-6126-6B33-432B-E008295246B0}" dt="2023-07-19T17:37:37.891" v="0"/>
          <ac:picMkLst>
            <pc:docMk/>
            <pc:sldMk cId="2928551198" sldId="263"/>
            <ac:picMk id="3" creationId="{6DC9F83A-B2EE-C586-D145-19737D561BA5}"/>
          </ac:picMkLst>
        </pc:picChg>
        <pc:picChg chg="del">
          <ac:chgData name="MARIANA MATIAS MELENGATE" userId="S::mariana.melengate@csn.com.br::2ccf716e-76bf-4a28-9405-3486cc2f2957" providerId="AD" clId="Web-{6809FD42-6126-6B33-432B-E008295246B0}" dt="2023-07-19T17:37:39.031" v="1"/>
          <ac:picMkLst>
            <pc:docMk/>
            <pc:sldMk cId="2928551198" sldId="263"/>
            <ac:picMk id="5" creationId="{04CE3AAE-3D7C-9393-64B9-4507B25391F6}"/>
          </ac:picMkLst>
        </pc:picChg>
        <pc:picChg chg="add mod">
          <ac:chgData name="MARIANA MATIAS MELENGATE" userId="S::mariana.melengate@csn.com.br::2ccf716e-76bf-4a28-9405-3486cc2f2957" providerId="AD" clId="Web-{6809FD42-6126-6B33-432B-E008295246B0}" dt="2023-07-19T17:37:56.313" v="5" actId="14100"/>
          <ac:picMkLst>
            <pc:docMk/>
            <pc:sldMk cId="2928551198" sldId="263"/>
            <ac:picMk id="7" creationId="{AE72C36C-48E1-74F9-AE5D-294C7F8F8AC8}"/>
          </ac:picMkLst>
        </pc:picChg>
        <pc:picChg chg="add mod">
          <ac:chgData name="MARIANA MATIAS MELENGATE" userId="S::mariana.melengate@csn.com.br::2ccf716e-76bf-4a28-9405-3486cc2f2957" providerId="AD" clId="Web-{6809FD42-6126-6B33-432B-E008295246B0}" dt="2023-07-19T17:38:04.735" v="7" actId="1076"/>
          <ac:picMkLst>
            <pc:docMk/>
            <pc:sldMk cId="2928551198" sldId="263"/>
            <ac:picMk id="8" creationId="{6024F92B-8592-8B00-2269-7DD9DAC07724}"/>
          </ac:picMkLst>
        </pc:picChg>
      </pc:sldChg>
    </pc:docChg>
  </pc:docChgLst>
  <pc:docChgLst>
    <pc:chgData name="MARIANA MATIAS MELENGATE" userId="S::mariana.melengate@csn.com.br::2ccf716e-76bf-4a28-9405-3486cc2f2957" providerId="AD" clId="Web-{11EA803A-CCC7-CD9F-B74F-8972B3DD8F4C}"/>
    <pc:docChg chg="modSld">
      <pc:chgData name="MARIANA MATIAS MELENGATE" userId="S::mariana.melengate@csn.com.br::2ccf716e-76bf-4a28-9405-3486cc2f2957" providerId="AD" clId="Web-{11EA803A-CCC7-CD9F-B74F-8972B3DD8F4C}" dt="2023-07-11T11:45:59.790" v="30" actId="1076"/>
      <pc:docMkLst>
        <pc:docMk/>
      </pc:docMkLst>
      <pc:sldChg chg="addSp delSp modSp">
        <pc:chgData name="MARIANA MATIAS MELENGATE" userId="S::mariana.melengate@csn.com.br::2ccf716e-76bf-4a28-9405-3486cc2f2957" providerId="AD" clId="Web-{11EA803A-CCC7-CD9F-B74F-8972B3DD8F4C}" dt="2023-07-11T11:45:59.790" v="30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1EA803A-CCC7-CD9F-B74F-8972B3DD8F4C}" dt="2023-07-11T11:45:49.383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1EA803A-CCC7-CD9F-B74F-8972B3DD8F4C}" dt="2023-07-11T11:45:53.071" v="28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11EA803A-CCC7-CD9F-B74F-8972B3DD8F4C}" dt="2023-07-11T11:45:02.835" v="4" actId="1076"/>
          <ac:picMkLst>
            <pc:docMk/>
            <pc:sldMk cId="0" sldId="256"/>
            <ac:picMk id="4" creationId="{025C96A8-8F99-7A79-86BF-D47E5A9DB289}"/>
          </ac:picMkLst>
        </pc:picChg>
        <pc:picChg chg="add mod">
          <ac:chgData name="MARIANA MATIAS MELENGATE" userId="S::mariana.melengate@csn.com.br::2ccf716e-76bf-4a28-9405-3486cc2f2957" providerId="AD" clId="Web-{11EA803A-CCC7-CD9F-B74F-8972B3DD8F4C}" dt="2023-07-11T11:45:59.790" v="30" actId="1076"/>
          <ac:picMkLst>
            <pc:docMk/>
            <pc:sldMk cId="0" sldId="256"/>
            <ac:picMk id="6" creationId="{8C8B71B6-BC41-C5BA-4E0E-B89D760123D5}"/>
          </ac:picMkLst>
        </pc:picChg>
        <pc:picChg chg="del">
          <ac:chgData name="MARIANA MATIAS MELENGATE" userId="S::mariana.melengate@csn.com.br::2ccf716e-76bf-4a28-9405-3486cc2f2957" providerId="AD" clId="Web-{11EA803A-CCC7-CD9F-B74F-8972B3DD8F4C}" dt="2023-07-11T11:44:44.444" v="0"/>
          <ac:picMkLst>
            <pc:docMk/>
            <pc:sldMk cId="0" sldId="256"/>
            <ac:picMk id="7" creationId="{0BBFEFED-A587-6AF6-DAC9-F1D7784E5214}"/>
          </ac:picMkLst>
        </pc:picChg>
        <pc:picChg chg="del">
          <ac:chgData name="MARIANA MATIAS MELENGATE" userId="S::mariana.melengate@csn.com.br::2ccf716e-76bf-4a28-9405-3486cc2f2957" providerId="AD" clId="Web-{11EA803A-CCC7-CD9F-B74F-8972B3DD8F4C}" dt="2023-07-11T11:44:46.569" v="1"/>
          <ac:picMkLst>
            <pc:docMk/>
            <pc:sldMk cId="0" sldId="256"/>
            <ac:picMk id="8" creationId="{D7F33147-E891-79B4-0699-B207FECBD1E1}"/>
          </ac:picMkLst>
        </pc:picChg>
      </pc:sldChg>
    </pc:docChg>
  </pc:docChgLst>
  <pc:docChgLst>
    <pc:chgData name="MARIANA MATIAS MELENGATE" userId="S::mariana.melengate@csn.com.br::2ccf716e-76bf-4a28-9405-3486cc2f2957" providerId="AD" clId="Web-{F4A60CAB-14FB-86DC-08D0-FC7A7EAC9E85}"/>
    <pc:docChg chg="modSld">
      <pc:chgData name="MARIANA MATIAS MELENGATE" userId="S::mariana.melengate@csn.com.br::2ccf716e-76bf-4a28-9405-3486cc2f2957" providerId="AD" clId="Web-{F4A60CAB-14FB-86DC-08D0-FC7A7EAC9E85}" dt="2024-02-01T18:55:23.597" v="22" actId="1076"/>
      <pc:docMkLst>
        <pc:docMk/>
      </pc:docMkLst>
      <pc:sldChg chg="addSp delSp modSp">
        <pc:chgData name="MARIANA MATIAS MELENGATE" userId="S::mariana.melengate@csn.com.br::2ccf716e-76bf-4a28-9405-3486cc2f2957" providerId="AD" clId="Web-{F4A60CAB-14FB-86DC-08D0-FC7A7EAC9E85}" dt="2024-02-01T18:55:23.597" v="22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F4A60CAB-14FB-86DC-08D0-FC7A7EAC9E85}" dt="2024-02-01T18:55:06.955" v="17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F4A60CAB-14FB-86DC-08D0-FC7A7EAC9E85}" dt="2024-02-01T18:55:11.487" v="19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F4A60CAB-14FB-86DC-08D0-FC7A7EAC9E85}" dt="2024-02-01T18:53:30.902" v="0"/>
          <ac:picMkLst>
            <pc:docMk/>
            <pc:sldMk cId="3855834659" sldId="270"/>
            <ac:picMk id="2" creationId="{FE8CF72C-A220-016A-B4FD-E58C14D65F35}"/>
          </ac:picMkLst>
        </pc:picChg>
        <pc:picChg chg="del">
          <ac:chgData name="MARIANA MATIAS MELENGATE" userId="S::mariana.melengate@csn.com.br::2ccf716e-76bf-4a28-9405-3486cc2f2957" providerId="AD" clId="Web-{F4A60CAB-14FB-86DC-08D0-FC7A7EAC9E85}" dt="2024-02-01T18:55:12.956" v="20"/>
          <ac:picMkLst>
            <pc:docMk/>
            <pc:sldMk cId="3855834659" sldId="270"/>
            <ac:picMk id="6" creationId="{981B27F5-5547-FA10-9C42-8ADE28B897FE}"/>
          </ac:picMkLst>
        </pc:picChg>
        <pc:picChg chg="add mod">
          <ac:chgData name="MARIANA MATIAS MELENGATE" userId="S::mariana.melengate@csn.com.br::2ccf716e-76bf-4a28-9405-3486cc2f2957" providerId="AD" clId="Web-{F4A60CAB-14FB-86DC-08D0-FC7A7EAC9E85}" dt="2024-02-01T18:53:49.747" v="5" actId="1076"/>
          <ac:picMkLst>
            <pc:docMk/>
            <pc:sldMk cId="3855834659" sldId="270"/>
            <ac:picMk id="8" creationId="{63F5EE4C-CC0F-ACFF-786E-EA667572AC50}"/>
          </ac:picMkLst>
        </pc:picChg>
        <pc:picChg chg="add mod">
          <ac:chgData name="MARIANA MATIAS MELENGATE" userId="S::mariana.melengate@csn.com.br::2ccf716e-76bf-4a28-9405-3486cc2f2957" providerId="AD" clId="Web-{F4A60CAB-14FB-86DC-08D0-FC7A7EAC9E85}" dt="2024-02-01T18:55:23.597" v="22" actId="1076"/>
          <ac:picMkLst>
            <pc:docMk/>
            <pc:sldMk cId="3855834659" sldId="270"/>
            <ac:picMk id="9" creationId="{2B32016A-ADAE-1B61-54E1-F6068D9F176B}"/>
          </ac:picMkLst>
        </pc:picChg>
      </pc:sldChg>
    </pc:docChg>
  </pc:docChgLst>
  <pc:docChgLst>
    <pc:chgData name="MARIANA MATIAS MELENGATE" userId="S::mariana.melengate@csn.com.br::2ccf716e-76bf-4a28-9405-3486cc2f2957" providerId="AD" clId="Web-{B4E1C03B-82EA-60DF-754D-DD4674491911}"/>
    <pc:docChg chg="modSld">
      <pc:chgData name="MARIANA MATIAS MELENGATE" userId="S::mariana.melengate@csn.com.br::2ccf716e-76bf-4a28-9405-3486cc2f2957" providerId="AD" clId="Web-{B4E1C03B-82EA-60DF-754D-DD4674491911}" dt="2023-09-19T13:43:43.598" v="65" actId="1076"/>
      <pc:docMkLst>
        <pc:docMk/>
      </pc:docMkLst>
      <pc:sldChg chg="addSp delSp modSp">
        <pc:chgData name="MARIANA MATIAS MELENGATE" userId="S::mariana.melengate@csn.com.br::2ccf716e-76bf-4a28-9405-3486cc2f2957" providerId="AD" clId="Web-{B4E1C03B-82EA-60DF-754D-DD4674491911}" dt="2023-09-19T13:43:43.598" v="65" actId="1076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B4E1C03B-82EA-60DF-754D-DD4674491911}" dt="2023-09-19T13:38:04.792" v="25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B4E1C03B-82EA-60DF-754D-DD4674491911}" dt="2023-09-19T13:38:11.230" v="28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B4E1C03B-82EA-60DF-754D-DD4674491911}" dt="2023-09-19T13:38:21.683" v="30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B4E1C03B-82EA-60DF-754D-DD4674491911}" dt="2023-09-19T13:38:35.090" v="32" actId="20577"/>
          <ac:spMkLst>
            <pc:docMk/>
            <pc:sldMk cId="2928551198" sldId="263"/>
            <ac:spMk id="25" creationId="{6FF14075-98AB-1CB5-9E21-5303458AAEBA}"/>
          </ac:spMkLst>
        </pc:spChg>
        <pc:picChg chg="add del mod">
          <ac:chgData name="MARIANA MATIAS MELENGATE" userId="S::mariana.melengate@csn.com.br::2ccf716e-76bf-4a28-9405-3486cc2f2957" providerId="AD" clId="Web-{B4E1C03B-82EA-60DF-754D-DD4674491911}" dt="2023-09-19T13:43:29.207" v="60"/>
          <ac:picMkLst>
            <pc:docMk/>
            <pc:sldMk cId="2928551198" sldId="263"/>
            <ac:picMk id="2" creationId="{F81BA591-A546-7C3D-E9E9-3242C5B219EB}"/>
          </ac:picMkLst>
        </pc:picChg>
        <pc:picChg chg="del">
          <ac:chgData name="MARIANA MATIAS MELENGATE" userId="S::mariana.melengate@csn.com.br::2ccf716e-76bf-4a28-9405-3486cc2f2957" providerId="AD" clId="Web-{B4E1C03B-82EA-60DF-754D-DD4674491911}" dt="2023-09-19T13:38:54.794" v="38"/>
          <ac:picMkLst>
            <pc:docMk/>
            <pc:sldMk cId="2928551198" sldId="263"/>
            <ac:picMk id="3" creationId="{EB283726-2C9E-A78F-B312-02C8B6AE8404}"/>
          </ac:picMkLst>
        </pc:picChg>
        <pc:picChg chg="del">
          <ac:chgData name="MARIANA MATIAS MELENGATE" userId="S::mariana.melengate@csn.com.br::2ccf716e-76bf-4a28-9405-3486cc2f2957" providerId="AD" clId="Web-{B4E1C03B-82EA-60DF-754D-DD4674491911}" dt="2023-09-19T13:39:01.888" v="41"/>
          <ac:picMkLst>
            <pc:docMk/>
            <pc:sldMk cId="2928551198" sldId="263"/>
            <ac:picMk id="5" creationId="{5BAFD402-DBBB-A4EC-C15A-7686A12346C3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3:30.301" v="61"/>
          <ac:picMkLst>
            <pc:docMk/>
            <pc:sldMk cId="2928551198" sldId="263"/>
            <ac:picMk id="6" creationId="{E969447F-0ECA-2CE4-3C20-AC541452C6E8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2:56.409" v="49"/>
          <ac:picMkLst>
            <pc:docMk/>
            <pc:sldMk cId="2928551198" sldId="263"/>
            <ac:picMk id="7" creationId="{040E0D75-5EDC-6A3F-8F92-8F0E21D95221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3:12.972" v="55"/>
          <ac:picMkLst>
            <pc:docMk/>
            <pc:sldMk cId="2928551198" sldId="263"/>
            <ac:picMk id="8" creationId="{B6ED893A-13AA-8E11-4F60-EDD3E7EBD1E7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08.394" v="54" actId="1076"/>
          <ac:picMkLst>
            <pc:docMk/>
            <pc:sldMk cId="2928551198" sldId="263"/>
            <ac:picMk id="10" creationId="{17CD87C8-2770-67B7-F65C-86769ABFFDCC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3:17.019" v="57"/>
          <ac:picMkLst>
            <pc:docMk/>
            <pc:sldMk cId="2928551198" sldId="263"/>
            <ac:picMk id="11" creationId="{FA587096-E001-798F-A0FB-A99011C626D9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23.285" v="59" actId="1076"/>
          <ac:picMkLst>
            <pc:docMk/>
            <pc:sldMk cId="2928551198" sldId="263"/>
            <ac:picMk id="12" creationId="{D3A67E75-D859-58F5-D4F3-72E171141C0A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37.504" v="63" actId="1076"/>
          <ac:picMkLst>
            <pc:docMk/>
            <pc:sldMk cId="2928551198" sldId="263"/>
            <ac:picMk id="13" creationId="{9EF9F4AF-222B-2705-B468-03C50107240E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43.598" v="65" actId="1076"/>
          <ac:picMkLst>
            <pc:docMk/>
            <pc:sldMk cId="2928551198" sldId="263"/>
            <ac:picMk id="14" creationId="{A82FF59D-8930-B075-8B78-7ED0B3170126}"/>
          </ac:picMkLst>
        </pc:picChg>
      </pc:sldChg>
    </pc:docChg>
  </pc:docChgLst>
  <pc:docChgLst>
    <pc:chgData name="MARIANA MATIAS MELENGATE" userId="S::mariana.melengate@csn.com.br::2ccf716e-76bf-4a28-9405-3486cc2f2957" providerId="AD" clId="Web-{E8C48817-A7E4-9BBC-7686-F78BBAA83432}"/>
    <pc:docChg chg="modSld">
      <pc:chgData name="MARIANA MATIAS MELENGATE" userId="S::mariana.melengate@csn.com.br::2ccf716e-76bf-4a28-9405-3486cc2f2957" providerId="AD" clId="Web-{E8C48817-A7E4-9BBC-7686-F78BBAA83432}" dt="2023-06-05T12:08:19.554" v="104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8C48817-A7E4-9BBC-7686-F78BBAA83432}" dt="2023-06-05T12:08:19.554" v="104" actId="20577"/>
        <pc:sldMkLst>
          <pc:docMk/>
          <pc:sldMk cId="0" sldId="256"/>
        </pc:sldMkLst>
        <pc:spChg chg="add del mod">
          <ac:chgData name="MARIANA MATIAS MELENGATE" userId="S::mariana.melengate@csn.com.br::2ccf716e-76bf-4a28-9405-3486cc2f2957" providerId="AD" clId="Web-{E8C48817-A7E4-9BBC-7686-F78BBAA83432}" dt="2023-06-05T12:07:54.959" v="9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8C48817-A7E4-9BBC-7686-F78BBAA83432}" dt="2023-06-05T12:07:59.366" v="99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8C48817-A7E4-9BBC-7686-F78BBAA83432}" dt="2023-06-05T12:08:19.554" v="104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E8C48817-A7E4-9BBC-7686-F78BBAA83432}" dt="2023-06-05T11:55:03.768" v="0"/>
          <ac:picMkLst>
            <pc:docMk/>
            <pc:sldMk cId="0" sldId="256"/>
            <ac:picMk id="2" creationId="{E7029D3A-8B62-ADF9-7A62-D44887958D62}"/>
          </ac:picMkLst>
        </pc:picChg>
        <pc:picChg chg="del">
          <ac:chgData name="MARIANA MATIAS MELENGATE" userId="S::mariana.melengate@csn.com.br::2ccf716e-76bf-4a28-9405-3486cc2f2957" providerId="AD" clId="Web-{E8C48817-A7E4-9BBC-7686-F78BBAA83432}" dt="2023-06-05T11:55:04.987" v="1"/>
          <ac:picMkLst>
            <pc:docMk/>
            <pc:sldMk cId="0" sldId="256"/>
            <ac:picMk id="4" creationId="{4AF141C6-9765-9C80-944C-8622DB816D2A}"/>
          </ac:picMkLst>
        </pc:picChg>
        <pc:picChg chg="add del mod">
          <ac:chgData name="MARIANA MATIAS MELENGATE" userId="S::mariana.melengate@csn.com.br::2ccf716e-76bf-4a28-9405-3486cc2f2957" providerId="AD" clId="Web-{E8C48817-A7E4-9BBC-7686-F78BBAA83432}" dt="2023-06-05T12:07:08.989" v="75"/>
          <ac:picMkLst>
            <pc:docMk/>
            <pc:sldMk cId="0" sldId="256"/>
            <ac:picMk id="5" creationId="{7F09206B-9C60-C02A-E19F-9A8DEDB09D91}"/>
          </ac:picMkLst>
        </pc:picChg>
        <pc:picChg chg="add del mod">
          <ac:chgData name="MARIANA MATIAS MELENGATE" userId="S::mariana.melengate@csn.com.br::2ccf716e-76bf-4a28-9405-3486cc2f2957" providerId="AD" clId="Web-{E8C48817-A7E4-9BBC-7686-F78BBAA83432}" dt="2023-06-05T12:07:22.896" v="80"/>
          <ac:picMkLst>
            <pc:docMk/>
            <pc:sldMk cId="0" sldId="256"/>
            <ac:picMk id="6" creationId="{6F3D27F9-1B4A-ED04-F9DD-88EC6F370D3C}"/>
          </ac:picMkLst>
        </pc:picChg>
        <pc:picChg chg="del">
          <ac:chgData name="MARIANA MATIAS MELENGATE" userId="S::mariana.melengate@csn.com.br::2ccf716e-76bf-4a28-9405-3486cc2f2957" providerId="AD" clId="Web-{E8C48817-A7E4-9BBC-7686-F78BBAA83432}" dt="2023-06-05T12:08:02.709" v="100"/>
          <ac:picMkLst>
            <pc:docMk/>
            <pc:sldMk cId="0" sldId="256"/>
            <ac:picMk id="7" creationId="{0AAF31C9-1B98-D687-C212-6A1E1669AB9E}"/>
          </ac:picMkLst>
        </pc:picChg>
        <pc:picChg chg="add mod">
          <ac:chgData name="MARIANA MATIAS MELENGATE" userId="S::mariana.melengate@csn.com.br::2ccf716e-76bf-4a28-9405-3486cc2f2957" providerId="AD" clId="Web-{E8C48817-A7E4-9BBC-7686-F78BBAA83432}" dt="2023-06-05T12:07:19.333" v="79" actId="1076"/>
          <ac:picMkLst>
            <pc:docMk/>
            <pc:sldMk cId="0" sldId="256"/>
            <ac:picMk id="8" creationId="{06C05707-E524-C321-F79C-742D97E6B025}"/>
          </ac:picMkLst>
        </pc:picChg>
        <pc:picChg chg="add mod">
          <ac:chgData name="MARIANA MATIAS MELENGATE" userId="S::mariana.melengate@csn.com.br::2ccf716e-76bf-4a28-9405-3486cc2f2957" providerId="AD" clId="Web-{E8C48817-A7E4-9BBC-7686-F78BBAA83432}" dt="2023-06-05T12:07:28.677" v="82" actId="1076"/>
          <ac:picMkLst>
            <pc:docMk/>
            <pc:sldMk cId="0" sldId="256"/>
            <ac:picMk id="9" creationId="{D351A0D7-1189-EE7B-5261-F4F127C0E5E6}"/>
          </ac:picMkLst>
        </pc:picChg>
        <pc:picChg chg="add mod">
          <ac:chgData name="MARIANA MATIAS MELENGATE" userId="S::mariana.melengate@csn.com.br::2ccf716e-76bf-4a28-9405-3486cc2f2957" providerId="AD" clId="Web-{E8C48817-A7E4-9BBC-7686-F78BBAA83432}" dt="2023-06-05T12:08:07.772" v="102" actId="1076"/>
          <ac:picMkLst>
            <pc:docMk/>
            <pc:sldMk cId="0" sldId="256"/>
            <ac:picMk id="11" creationId="{F35798B5-CF44-D90B-0136-A09B7000AF31}"/>
          </ac:picMkLst>
        </pc:picChg>
      </pc:sldChg>
    </pc:docChg>
  </pc:docChgLst>
  <pc:docChgLst>
    <pc:chgData name="MARIANA MATIAS MELENGATE" userId="S::mariana.melengate@csn.com.br::2ccf716e-76bf-4a28-9405-3486cc2f2957" providerId="AD" clId="Web-{AF18BD4F-3E12-9A18-8853-8E3D02CCF1C8}"/>
    <pc:docChg chg="modSld">
      <pc:chgData name="MARIANA MATIAS MELENGATE" userId="S::mariana.melengate@csn.com.br::2ccf716e-76bf-4a28-9405-3486cc2f2957" providerId="AD" clId="Web-{AF18BD4F-3E12-9A18-8853-8E3D02CCF1C8}" dt="2024-05-02T18:04:52.080" v="30" actId="14100"/>
      <pc:docMkLst>
        <pc:docMk/>
      </pc:docMkLst>
      <pc:sldChg chg="addSp delSp modSp">
        <pc:chgData name="MARIANA MATIAS MELENGATE" userId="S::mariana.melengate@csn.com.br::2ccf716e-76bf-4a28-9405-3486cc2f2957" providerId="AD" clId="Web-{AF18BD4F-3E12-9A18-8853-8E3D02CCF1C8}" dt="2024-05-02T18:04:52.080" v="30" actId="14100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AF18BD4F-3E12-9A18-8853-8E3D02CCF1C8}" dt="2024-05-02T18:04:26.783" v="23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F18BD4F-3E12-9A18-8853-8E3D02CCF1C8}" dt="2024-05-02T18:04:31.017" v="25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AF18BD4F-3E12-9A18-8853-8E3D02CCF1C8}" dt="2024-05-02T18:03:11.953" v="0"/>
          <ac:picMkLst>
            <pc:docMk/>
            <pc:sldMk cId="3855834659" sldId="270"/>
            <ac:picMk id="2" creationId="{25631357-D873-61F1-8262-82B104DCB028}"/>
          </ac:picMkLst>
        </pc:picChg>
        <pc:picChg chg="del">
          <ac:chgData name="MARIANA MATIAS MELENGATE" userId="S::mariana.melengate@csn.com.br::2ccf716e-76bf-4a28-9405-3486cc2f2957" providerId="AD" clId="Web-{AF18BD4F-3E12-9A18-8853-8E3D02CCF1C8}" dt="2024-05-02T18:04:32.158" v="26"/>
          <ac:picMkLst>
            <pc:docMk/>
            <pc:sldMk cId="3855834659" sldId="270"/>
            <ac:picMk id="6" creationId="{361D984A-60AF-D1FF-F7FD-C9F480D2B79C}"/>
          </ac:picMkLst>
        </pc:picChg>
        <pc:picChg chg="add mod">
          <ac:chgData name="MARIANA MATIAS MELENGATE" userId="S::mariana.melengate@csn.com.br::2ccf716e-76bf-4a28-9405-3486cc2f2957" providerId="AD" clId="Web-{AF18BD4F-3E12-9A18-8853-8E3D02CCF1C8}" dt="2024-05-02T18:04:52.080" v="30" actId="14100"/>
          <ac:picMkLst>
            <pc:docMk/>
            <pc:sldMk cId="3855834659" sldId="270"/>
            <ac:picMk id="9" creationId="{1F301169-1C9E-5B94-1C24-6B5BF019C157}"/>
          </ac:picMkLst>
        </pc:picChg>
        <pc:picChg chg="add mod">
          <ac:chgData name="MARIANA MATIAS MELENGATE" userId="S::mariana.melengate@csn.com.br::2ccf716e-76bf-4a28-9405-3486cc2f2957" providerId="AD" clId="Web-{AF18BD4F-3E12-9A18-8853-8E3D02CCF1C8}" dt="2024-05-02T18:04:46.346" v="29" actId="14100"/>
          <ac:picMkLst>
            <pc:docMk/>
            <pc:sldMk cId="3855834659" sldId="270"/>
            <ac:picMk id="11" creationId="{5907BA48-F1A1-D49B-EC8D-0EAF8A437BDF}"/>
          </ac:picMkLst>
        </pc:picChg>
      </pc:sldChg>
    </pc:docChg>
  </pc:docChgLst>
  <pc:docChgLst>
    <pc:chgData name="MARIANA MATIAS MELENGATE" userId="S::mariana.melengate@csn.com.br::2ccf716e-76bf-4a28-9405-3486cc2f2957" providerId="AD" clId="Web-{F3BCBAC9-4C49-82DB-831F-0462DE2B577B}"/>
    <pc:docChg chg="modSld">
      <pc:chgData name="MARIANA MATIAS MELENGATE" userId="S::mariana.melengate@csn.com.br::2ccf716e-76bf-4a28-9405-3486cc2f2957" providerId="AD" clId="Web-{F3BCBAC9-4C49-82DB-831F-0462DE2B577B}" dt="2023-09-28T13:41:17.700" v="28" actId="1076"/>
      <pc:docMkLst>
        <pc:docMk/>
      </pc:docMkLst>
      <pc:sldChg chg="addSp delSp modSp">
        <pc:chgData name="MARIANA MATIAS MELENGATE" userId="S::mariana.melengate@csn.com.br::2ccf716e-76bf-4a28-9405-3486cc2f2957" providerId="AD" clId="Web-{F3BCBAC9-4C49-82DB-831F-0462DE2B577B}" dt="2023-09-28T13:41:17.700" v="28" actId="1076"/>
        <pc:sldMkLst>
          <pc:docMk/>
          <pc:sldMk cId="1561104802" sldId="268"/>
        </pc:sldMkLst>
        <pc:spChg chg="mod">
          <ac:chgData name="MARIANA MATIAS MELENGATE" userId="S::mariana.melengate@csn.com.br::2ccf716e-76bf-4a28-9405-3486cc2f2957" providerId="AD" clId="Web-{F3BCBAC9-4C49-82DB-831F-0462DE2B577B}" dt="2023-09-28T13:41:03.340" v="24" actId="20577"/>
          <ac:spMkLst>
            <pc:docMk/>
            <pc:sldMk cId="1561104802" sldId="26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3BCBAC9-4C49-82DB-831F-0462DE2B577B}" dt="2023-09-28T13:41:06.012" v="25" actId="20577"/>
          <ac:spMkLst>
            <pc:docMk/>
            <pc:sldMk cId="1561104802" sldId="268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3BCBAC9-4C49-82DB-831F-0462DE2B577B}" dt="2023-09-28T13:40:38.948" v="5" actId="1076"/>
          <ac:picMkLst>
            <pc:docMk/>
            <pc:sldMk cId="1561104802" sldId="268"/>
            <ac:picMk id="2" creationId="{8E8CE5F6-FDA4-1F11-3658-3D451DD2DAB6}"/>
          </ac:picMkLst>
        </pc:picChg>
        <pc:picChg chg="add mod">
          <ac:chgData name="MARIANA MATIAS MELENGATE" userId="S::mariana.melengate@csn.com.br::2ccf716e-76bf-4a28-9405-3486cc2f2957" providerId="AD" clId="Web-{F3BCBAC9-4C49-82DB-831F-0462DE2B577B}" dt="2023-09-28T13:41:17.700" v="28" actId="1076"/>
          <ac:picMkLst>
            <pc:docMk/>
            <pc:sldMk cId="1561104802" sldId="268"/>
            <ac:picMk id="4" creationId="{0B673BD0-9B07-F58D-BB8A-ED472A7095B5}"/>
          </ac:picMkLst>
        </pc:picChg>
        <pc:picChg chg="del">
          <ac:chgData name="MARIANA MATIAS MELENGATE" userId="S::mariana.melengate@csn.com.br::2ccf716e-76bf-4a28-9405-3486cc2f2957" providerId="AD" clId="Web-{F3BCBAC9-4C49-82DB-831F-0462DE2B577B}" dt="2023-09-28T13:40:23.323" v="0"/>
          <ac:picMkLst>
            <pc:docMk/>
            <pc:sldMk cId="1561104802" sldId="268"/>
            <ac:picMk id="5" creationId="{3E2160EF-5A5E-4E9A-B1D4-F5519DBB2895}"/>
          </ac:picMkLst>
        </pc:picChg>
        <pc:picChg chg="del">
          <ac:chgData name="MARIANA MATIAS MELENGATE" userId="S::mariana.melengate@csn.com.br::2ccf716e-76bf-4a28-9405-3486cc2f2957" providerId="AD" clId="Web-{F3BCBAC9-4C49-82DB-831F-0462DE2B577B}" dt="2023-09-28T13:41:08.074" v="26"/>
          <ac:picMkLst>
            <pc:docMk/>
            <pc:sldMk cId="1561104802" sldId="268"/>
            <ac:picMk id="6" creationId="{A95DA3BA-ED3B-1B5E-AB25-35E67882946D}"/>
          </ac:picMkLst>
        </pc:picChg>
      </pc:sldChg>
    </pc:docChg>
  </pc:docChgLst>
  <pc:docChgLst>
    <pc:chgData name="MARIANA MATIAS MELENGATE" userId="S::mariana.melengate@csn.com.br::2ccf716e-76bf-4a28-9405-3486cc2f2957" providerId="AD" clId="Web-{3A2142F7-6817-253C-668C-77DDF447837D}"/>
    <pc:docChg chg="modSld">
      <pc:chgData name="MARIANA MATIAS MELENGATE" userId="S::mariana.melengate@csn.com.br::2ccf716e-76bf-4a28-9405-3486cc2f2957" providerId="AD" clId="Web-{3A2142F7-6817-253C-668C-77DDF447837D}" dt="2023-03-13T11:21:50.682" v="8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A2142F7-6817-253C-668C-77DDF447837D}" dt="2023-03-13T11:21:50.682" v="83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A2142F7-6817-253C-668C-77DDF447837D}" dt="2023-03-13T11:21:44.839" v="8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A2142F7-6817-253C-668C-77DDF447837D}" dt="2023-03-13T11:21:50.682" v="83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A2142F7-6817-253C-668C-77DDF447837D}" dt="2023-03-13T11:10:06.103" v="0"/>
          <ac:picMkLst>
            <pc:docMk/>
            <pc:sldMk cId="0" sldId="256"/>
            <ac:picMk id="2" creationId="{4136CCF6-4BC9-729F-B80A-42FF52E52186}"/>
          </ac:picMkLst>
        </pc:picChg>
        <pc:picChg chg="add del mod">
          <ac:chgData name="MARIANA MATIAS MELENGATE" userId="S::mariana.melengate@csn.com.br::2ccf716e-76bf-4a28-9405-3486cc2f2957" providerId="AD" clId="Web-{3A2142F7-6817-253C-668C-77DDF447837D}" dt="2023-03-13T11:20:46.243" v="46"/>
          <ac:picMkLst>
            <pc:docMk/>
            <pc:sldMk cId="0" sldId="256"/>
            <ac:picMk id="4" creationId="{AB2B543C-70E1-A194-D0D0-9D5C1EFB1A4C}"/>
          </ac:picMkLst>
        </pc:picChg>
        <pc:picChg chg="add mod">
          <ac:chgData name="MARIANA MATIAS MELENGATE" userId="S::mariana.melengate@csn.com.br::2ccf716e-76bf-4a28-9405-3486cc2f2957" providerId="AD" clId="Web-{3A2142F7-6817-253C-668C-77DDF447837D}" dt="2023-03-13T11:20:53.681" v="49" actId="1076"/>
          <ac:picMkLst>
            <pc:docMk/>
            <pc:sldMk cId="0" sldId="256"/>
            <ac:picMk id="6" creationId="{EF1035D7-2633-5B09-1AAE-F1DA3B2B4E97}"/>
          </ac:picMkLst>
        </pc:picChg>
        <pc:picChg chg="del">
          <ac:chgData name="MARIANA MATIAS MELENGATE" userId="S::mariana.melengate@csn.com.br::2ccf716e-76bf-4a28-9405-3486cc2f2957" providerId="AD" clId="Web-{3A2142F7-6817-253C-668C-77DDF447837D}" dt="2023-03-13T11:20:58.634" v="51"/>
          <ac:picMkLst>
            <pc:docMk/>
            <pc:sldMk cId="0" sldId="256"/>
            <ac:picMk id="7" creationId="{181F507D-E967-1C62-44E2-F378B6BB0D90}"/>
          </ac:picMkLst>
        </pc:picChg>
        <pc:picChg chg="add mod">
          <ac:chgData name="MARIANA MATIAS MELENGATE" userId="S::mariana.melengate@csn.com.br::2ccf716e-76bf-4a28-9405-3486cc2f2957" providerId="AD" clId="Web-{3A2142F7-6817-253C-668C-77DDF447837D}" dt="2023-03-13T11:21:02.791" v="52" actId="1076"/>
          <ac:picMkLst>
            <pc:docMk/>
            <pc:sldMk cId="0" sldId="256"/>
            <ac:picMk id="8" creationId="{CC3B7A4F-FC61-1428-1182-E3A44EA8E7AB}"/>
          </ac:picMkLst>
        </pc:picChg>
      </pc:sldChg>
    </pc:docChg>
  </pc:docChgLst>
  <pc:docChgLst>
    <pc:chgData name="MARIANA MATIAS MELENGATE" userId="S::mariana.melengate@csn.com.br::2ccf716e-76bf-4a28-9405-3486cc2f2957" providerId="AD" clId="Web-{D81E542A-C339-69BD-6C80-236C75BF3E17}"/>
    <pc:docChg chg="modSld">
      <pc:chgData name="MARIANA MATIAS MELENGATE" userId="S::mariana.melengate@csn.com.br::2ccf716e-76bf-4a28-9405-3486cc2f2957" providerId="AD" clId="Web-{D81E542A-C339-69BD-6C80-236C75BF3E17}" dt="2023-06-21T17:16:37.731" v="22" actId="20577"/>
      <pc:docMkLst>
        <pc:docMk/>
      </pc:docMkLst>
      <pc:sldChg chg="addSp delSp modSp">
        <pc:chgData name="MARIANA MATIAS MELENGATE" userId="S::mariana.melengate@csn.com.br::2ccf716e-76bf-4a28-9405-3486cc2f2957" providerId="AD" clId="Web-{D81E542A-C339-69BD-6C80-236C75BF3E17}" dt="2023-06-21T17:16:37.731" v="22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D81E542A-C339-69BD-6C80-236C75BF3E17}" dt="2023-06-21T17:16:07.355" v="1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81E542A-C339-69BD-6C80-236C75BF3E17}" dt="2023-06-21T17:16:37.731" v="22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D81E542A-C339-69BD-6C80-236C75BF3E17}" dt="2023-06-21T17:15:41.558" v="5" actId="1076"/>
          <ac:picMkLst>
            <pc:docMk/>
            <pc:sldMk cId="0" sldId="256"/>
            <ac:picMk id="2" creationId="{86B6778F-E7C4-C718-CA98-AF35F8509474}"/>
          </ac:picMkLst>
        </pc:picChg>
        <pc:picChg chg="del">
          <ac:chgData name="MARIANA MATIAS MELENGATE" userId="S::mariana.melengate@csn.com.br::2ccf716e-76bf-4a28-9405-3486cc2f2957" providerId="AD" clId="Web-{D81E542A-C339-69BD-6C80-236C75BF3E17}" dt="2023-06-21T17:15:25.104" v="0"/>
          <ac:picMkLst>
            <pc:docMk/>
            <pc:sldMk cId="0" sldId="256"/>
            <ac:picMk id="4" creationId="{F6EB6211-1846-6F0C-5FBC-14B76C8C6E88}"/>
          </ac:picMkLst>
        </pc:picChg>
        <pc:picChg chg="add mod">
          <ac:chgData name="MARIANA MATIAS MELENGATE" userId="S::mariana.melengate@csn.com.br::2ccf716e-76bf-4a28-9405-3486cc2f2957" providerId="AD" clId="Web-{D81E542A-C339-69BD-6C80-236C75BF3E17}" dt="2023-06-21T17:16:19.137" v="20" actId="1076"/>
          <ac:picMkLst>
            <pc:docMk/>
            <pc:sldMk cId="0" sldId="256"/>
            <ac:picMk id="5" creationId="{1C7F4A19-22B3-90C2-211F-95DD41966314}"/>
          </ac:picMkLst>
        </pc:picChg>
        <pc:picChg chg="del">
          <ac:chgData name="MARIANA MATIAS MELENGATE" userId="S::mariana.melengate@csn.com.br::2ccf716e-76bf-4a28-9405-3486cc2f2957" providerId="AD" clId="Web-{D81E542A-C339-69BD-6C80-236C75BF3E17}" dt="2023-06-21T17:16:12.418" v="18"/>
          <ac:picMkLst>
            <pc:docMk/>
            <pc:sldMk cId="0" sldId="256"/>
            <ac:picMk id="6" creationId="{02E8BC50-C2EA-311F-3F3A-9A944DDD9C52}"/>
          </ac:picMkLst>
        </pc:picChg>
      </pc:sldChg>
    </pc:docChg>
  </pc:docChgLst>
  <pc:docChgLst>
    <pc:chgData name="MARIANA MATIAS MELENGATE" userId="S::mariana.melengate@csn.com.br::2ccf716e-76bf-4a28-9405-3486cc2f2957" providerId="AD" clId="Web-{E836B8DA-1464-2B20-5C3B-2725AEAA28DE}"/>
    <pc:docChg chg="modSld">
      <pc:chgData name="MARIANA MATIAS MELENGATE" userId="S::mariana.melengate@csn.com.br::2ccf716e-76bf-4a28-9405-3486cc2f2957" providerId="AD" clId="Web-{E836B8DA-1464-2B20-5C3B-2725AEAA28DE}" dt="2024-03-06T11:38:58.017" v="8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836B8DA-1464-2B20-5C3B-2725AEAA28DE}" dt="2024-03-06T11:37:12.499" v="49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E836B8DA-1464-2B20-5C3B-2725AEAA28DE}" dt="2024-03-06T11:35:15.824" v="24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5:48.856" v="29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7:02.045" v="45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7:05.936" v="47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E836B8DA-1464-2B20-5C3B-2725AEAA28DE}" dt="2024-03-06T11:35:50.434" v="30" actId="1076"/>
          <ac:picMkLst>
            <pc:docMk/>
            <pc:sldMk cId="3855834659" sldId="270"/>
            <ac:picMk id="2" creationId="{CF170220-73D1-9E31-1DA6-EF2911587418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5:32.965" v="27" actId="1076"/>
          <ac:picMkLst>
            <pc:docMk/>
            <pc:sldMk cId="3855834659" sldId="270"/>
            <ac:picMk id="6" creationId="{90E5730B-EA6B-5D20-A52A-F398BB6FE772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4:40.636" v="0"/>
          <ac:picMkLst>
            <pc:docMk/>
            <pc:sldMk cId="3855834659" sldId="270"/>
            <ac:picMk id="8" creationId="{D38C0291-3DE5-00BC-A06A-FF70825830B8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5:19.105" v="25"/>
          <ac:picMkLst>
            <pc:docMk/>
            <pc:sldMk cId="3855834659" sldId="270"/>
            <ac:picMk id="9" creationId="{A929F049-E473-7195-A596-1216EC42A3CF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6:12.638" v="31"/>
          <ac:picMkLst>
            <pc:docMk/>
            <pc:sldMk cId="3855834659" sldId="270"/>
            <ac:picMk id="11" creationId="{D45B79FD-80E1-3D21-A668-F7FEABCE3787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6:23.529" v="34" actId="1076"/>
          <ac:picMkLst>
            <pc:docMk/>
            <pc:sldMk cId="3855834659" sldId="270"/>
            <ac:picMk id="12" creationId="{C0B96763-A09F-BD43-14F7-23605F7012BC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7:12.499" v="49" actId="1076"/>
          <ac:picMkLst>
            <pc:docMk/>
            <pc:sldMk cId="3855834659" sldId="270"/>
            <ac:picMk id="13" creationId="{4297D288-25A5-32B9-26C7-F9AF4EB50D52}"/>
          </ac:picMkLst>
        </pc:picChg>
      </pc:sldChg>
      <pc:sldChg chg="addSp delSp modSp">
        <pc:chgData name="MARIANA MATIAS MELENGATE" userId="S::mariana.melengate@csn.com.br::2ccf716e-76bf-4a28-9405-3486cc2f2957" providerId="AD" clId="Web-{E836B8DA-1464-2B20-5C3B-2725AEAA28DE}" dt="2024-03-06T11:38:58.017" v="83" actId="20577"/>
        <pc:sldMkLst>
          <pc:docMk/>
          <pc:sldMk cId="4187757451" sldId="271"/>
        </pc:sldMkLst>
        <pc:spChg chg="mod">
          <ac:chgData name="MARIANA MATIAS MELENGATE" userId="S::mariana.melengate@csn.com.br::2ccf716e-76bf-4a28-9405-3486cc2f2957" providerId="AD" clId="Web-{E836B8DA-1464-2B20-5C3B-2725AEAA28DE}" dt="2024-03-06T11:38:38.001" v="78" actId="20577"/>
          <ac:spMkLst>
            <pc:docMk/>
            <pc:sldMk cId="4187757451" sldId="271"/>
            <ac:spMk id="190" creationId="{153114AE-A8BA-C973-11C4-7B1C48C61555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8:58.017" v="83" actId="20577"/>
          <ac:spMkLst>
            <pc:docMk/>
            <pc:sldMk cId="4187757451" sldId="271"/>
            <ac:spMk id="191" creationId="{7FBC4897-6774-8BA7-2C2B-23A0F3DFB255}"/>
          </ac:spMkLst>
        </pc:spChg>
        <pc:picChg chg="del">
          <ac:chgData name="MARIANA MATIAS MELENGATE" userId="S::mariana.melengate@csn.com.br::2ccf716e-76bf-4a28-9405-3486cc2f2957" providerId="AD" clId="Web-{E836B8DA-1464-2B20-5C3B-2725AEAA28DE}" dt="2024-03-06T11:37:48.547" v="54"/>
          <ac:picMkLst>
            <pc:docMk/>
            <pc:sldMk cId="4187757451" sldId="271"/>
            <ac:picMk id="2" creationId="{59F96A6A-50AB-6BDA-934E-93EDC0568734}"/>
          </ac:picMkLst>
        </pc:picChg>
        <pc:picChg chg="mod">
          <ac:chgData name="MARIANA MATIAS MELENGATE" userId="S::mariana.melengate@csn.com.br::2ccf716e-76bf-4a28-9405-3486cc2f2957" providerId="AD" clId="Web-{E836B8DA-1464-2B20-5C3B-2725AEAA28DE}" dt="2024-03-06T11:38:01.797" v="57" actId="1076"/>
          <ac:picMkLst>
            <pc:docMk/>
            <pc:sldMk cId="4187757451" sldId="271"/>
            <ac:picMk id="4" creationId="{3FACCAC1-6B8D-6250-EC26-38770375939A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8:38.579" v="79"/>
          <ac:picMkLst>
            <pc:docMk/>
            <pc:sldMk cId="4187757451" sldId="271"/>
            <ac:picMk id="6" creationId="{0A572EF3-1BF8-225A-29A7-3B956F4D8A7F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7:51.281" v="55" actId="1076"/>
          <ac:picMkLst>
            <pc:docMk/>
            <pc:sldMk cId="4187757451" sldId="271"/>
            <ac:picMk id="8" creationId="{252DE6AD-A8EE-9FCA-8C3B-ED5A64BDBCE9}"/>
          </ac:picMkLst>
        </pc:picChg>
        <pc:picChg chg="add del mod">
          <ac:chgData name="MARIANA MATIAS MELENGATE" userId="S::mariana.melengate@csn.com.br::2ccf716e-76bf-4a28-9405-3486cc2f2957" providerId="AD" clId="Web-{E836B8DA-1464-2B20-5C3B-2725AEAA28DE}" dt="2024-03-06T11:38:13.172" v="60"/>
          <ac:picMkLst>
            <pc:docMk/>
            <pc:sldMk cId="4187757451" sldId="271"/>
            <ac:picMk id="9" creationId="{68015C64-11CE-A0EF-F783-95EEC935E04D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8:45.860" v="81" actId="1076"/>
          <ac:picMkLst>
            <pc:docMk/>
            <pc:sldMk cId="4187757451" sldId="271"/>
            <ac:picMk id="11" creationId="{9E1E1485-9016-557C-882A-30EF1C9A1EA5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1184FBB8-D7C9-1901-C458-111E57EEB3CA}"/>
    <pc:docChg chg="modSld">
      <pc:chgData name="MARCELO JARDIM SOARES JUNIOR" userId="S::marcelo.junior.mj1@csn.com.br::e084be25-f1b7-44aa-a097-a73ec2417b13" providerId="AD" clId="Web-{1184FBB8-D7C9-1901-C458-111E57EEB3CA}" dt="2023-10-06T11:20:29.376" v="59" actId="1076"/>
      <pc:docMkLst>
        <pc:docMk/>
      </pc:docMkLst>
      <pc:sldChg chg="addSp delSp modSp">
        <pc:chgData name="MARCELO JARDIM SOARES JUNIOR" userId="S::marcelo.junior.mj1@csn.com.br::e084be25-f1b7-44aa-a097-a73ec2417b13" providerId="AD" clId="Web-{1184FBB8-D7C9-1901-C458-111E57EEB3CA}" dt="2023-10-06T11:20:29.376" v="59" actId="1076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1184FBB8-D7C9-1901-C458-111E57EEB3CA}" dt="2023-10-06T11:17:51.429" v="20" actId="20577"/>
          <ac:spMkLst>
            <pc:docMk/>
            <pc:sldMk cId="2928551198" sldId="263"/>
            <ac:spMk id="15" creationId="{21E6F226-6D45-0CC4-A1D1-6D8A2CB4CF08}"/>
          </ac:spMkLst>
        </pc:spChg>
        <pc:spChg chg="add del mod">
          <ac:chgData name="MARCELO JARDIM SOARES JUNIOR" userId="S::marcelo.junior.mj1@csn.com.br::e084be25-f1b7-44aa-a097-a73ec2417b13" providerId="AD" clId="Web-{1184FBB8-D7C9-1901-C458-111E57EEB3CA}" dt="2023-10-06T11:18:34.650" v="35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1184FBB8-D7C9-1901-C458-111E57EEB3CA}" dt="2023-10-06T11:18:42.323" v="39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1184FBB8-D7C9-1901-C458-111E57EEB3CA}" dt="2023-10-06T11:18:08.664" v="27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CELO JARDIM SOARES JUNIOR" userId="S::marcelo.junior.mj1@csn.com.br::e084be25-f1b7-44aa-a097-a73ec2417b13" providerId="AD" clId="Web-{1184FBB8-D7C9-1901-C458-111E57EEB3CA}" dt="2023-10-06T11:18:43.744" v="40"/>
          <ac:picMkLst>
            <pc:docMk/>
            <pc:sldMk cId="2928551198" sldId="263"/>
            <ac:picMk id="2" creationId="{991B9E35-9E1C-6D02-E4F7-7B423714370A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19:55.280" v="52" actId="1076"/>
          <ac:picMkLst>
            <pc:docMk/>
            <pc:sldMk cId="2928551198" sldId="263"/>
            <ac:picMk id="3" creationId="{2A41902B-3A2F-7E2F-070B-FE07C0E859DA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20:10.140" v="55" actId="14100"/>
          <ac:picMkLst>
            <pc:docMk/>
            <pc:sldMk cId="2928551198" sldId="263"/>
            <ac:picMk id="5" creationId="{9F1F04D1-7575-2B3D-46AD-72BDF710A3A2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20:23.282" v="57" actId="1076"/>
          <ac:picMkLst>
            <pc:docMk/>
            <pc:sldMk cId="2928551198" sldId="263"/>
            <ac:picMk id="6" creationId="{9D9315CA-1EF6-B518-F4F3-BEC340573280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20:29.376" v="59" actId="1076"/>
          <ac:picMkLst>
            <pc:docMk/>
            <pc:sldMk cId="2928551198" sldId="263"/>
            <ac:picMk id="7" creationId="{7FAF2A2D-08DA-805C-583D-5BF87740F67A}"/>
          </ac:picMkLst>
        </pc:picChg>
        <pc:picChg chg="del">
          <ac:chgData name="MARCELO JARDIM SOARES JUNIOR" userId="S::marcelo.junior.mj1@csn.com.br::e084be25-f1b7-44aa-a097-a73ec2417b13" providerId="AD" clId="Web-{1184FBB8-D7C9-1901-C458-111E57EEB3CA}" dt="2023-10-06T11:19:19.965" v="42"/>
          <ac:picMkLst>
            <pc:docMk/>
            <pc:sldMk cId="2928551198" sldId="263"/>
            <ac:picMk id="8" creationId="{0ADD95F7-7EED-AD01-530D-28CAAE2DFE28}"/>
          </ac:picMkLst>
        </pc:picChg>
        <pc:picChg chg="del">
          <ac:chgData name="MARCELO JARDIM SOARES JUNIOR" userId="S::marcelo.junior.mj1@csn.com.br::e084be25-f1b7-44aa-a097-a73ec2417b13" providerId="AD" clId="Web-{1184FBB8-D7C9-1901-C458-111E57EEB3CA}" dt="2023-10-06T11:19:21.700" v="43"/>
          <ac:picMkLst>
            <pc:docMk/>
            <pc:sldMk cId="2928551198" sldId="263"/>
            <ac:picMk id="10" creationId="{4110C5A0-DE22-36BA-7C57-5B666F1A875B}"/>
          </ac:picMkLst>
        </pc:picChg>
        <pc:picChg chg="del mod">
          <ac:chgData name="MARCELO JARDIM SOARES JUNIOR" userId="S::marcelo.junior.mj1@csn.com.br::e084be25-f1b7-44aa-a097-a73ec2417b13" providerId="AD" clId="Web-{1184FBB8-D7C9-1901-C458-111E57EEB3CA}" dt="2023-10-06T11:19:18.637" v="41"/>
          <ac:picMkLst>
            <pc:docMk/>
            <pc:sldMk cId="2928551198" sldId="263"/>
            <ac:picMk id="11" creationId="{A5E0E177-5A20-DD92-F240-EF121119314D}"/>
          </ac:picMkLst>
        </pc:picChg>
      </pc:sldChg>
    </pc:docChg>
  </pc:docChgLst>
  <pc:docChgLst>
    <pc:chgData name="WALLAS VIEIRA DE SOUZA" userId="S::wallas.souza@csn.com.br::56311778-7ab8-4917-b611-78d2dfffb942" providerId="AD" clId="Web-{27A46F2F-2718-A3F9-CCED-EE831604AFE8}"/>
    <pc:docChg chg="modSld">
      <pc:chgData name="WALLAS VIEIRA DE SOUZA" userId="S::wallas.souza@csn.com.br::56311778-7ab8-4917-b611-78d2dfffb942" providerId="AD" clId="Web-{27A46F2F-2718-A3F9-CCED-EE831604AFE8}" dt="2024-01-04T12:11:47.984" v="3" actId="14100"/>
      <pc:docMkLst>
        <pc:docMk/>
      </pc:docMkLst>
      <pc:sldChg chg="modSp">
        <pc:chgData name="WALLAS VIEIRA DE SOUZA" userId="S::wallas.souza@csn.com.br::56311778-7ab8-4917-b611-78d2dfffb942" providerId="AD" clId="Web-{27A46F2F-2718-A3F9-CCED-EE831604AFE8}" dt="2024-01-04T12:11:47.984" v="3" actId="14100"/>
        <pc:sldMkLst>
          <pc:docMk/>
          <pc:sldMk cId="3855834659" sldId="270"/>
        </pc:sldMkLst>
        <pc:picChg chg="mod">
          <ac:chgData name="WALLAS VIEIRA DE SOUZA" userId="S::wallas.souza@csn.com.br::56311778-7ab8-4917-b611-78d2dfffb942" providerId="AD" clId="Web-{27A46F2F-2718-A3F9-CCED-EE831604AFE8}" dt="2024-01-04T12:11:38.500" v="0" actId="14100"/>
          <ac:picMkLst>
            <pc:docMk/>
            <pc:sldMk cId="3855834659" sldId="270"/>
            <ac:picMk id="4" creationId="{41511D9F-F6FB-74EA-EB79-B44EADAB4DB3}"/>
          </ac:picMkLst>
        </pc:picChg>
        <pc:picChg chg="mod">
          <ac:chgData name="WALLAS VIEIRA DE SOUZA" userId="S::wallas.souza@csn.com.br::56311778-7ab8-4917-b611-78d2dfffb942" providerId="AD" clId="Web-{27A46F2F-2718-A3F9-CCED-EE831604AFE8}" dt="2024-01-04T12:11:44.453" v="2" actId="14100"/>
          <ac:picMkLst>
            <pc:docMk/>
            <pc:sldMk cId="3855834659" sldId="270"/>
            <ac:picMk id="5" creationId="{807F5398-296C-B3E5-ED9C-DAFD9D25E785}"/>
          </ac:picMkLst>
        </pc:picChg>
        <pc:picChg chg="mod">
          <ac:chgData name="WALLAS VIEIRA DE SOUZA" userId="S::wallas.souza@csn.com.br::56311778-7ab8-4917-b611-78d2dfffb942" providerId="AD" clId="Web-{27A46F2F-2718-A3F9-CCED-EE831604AFE8}" dt="2024-01-04T12:11:41.781" v="1" actId="14100"/>
          <ac:picMkLst>
            <pc:docMk/>
            <pc:sldMk cId="3855834659" sldId="270"/>
            <ac:picMk id="7" creationId="{DF8D0A4C-CD62-9446-70CD-07472A5FE6C1}"/>
          </ac:picMkLst>
        </pc:picChg>
        <pc:picChg chg="mod">
          <ac:chgData name="WALLAS VIEIRA DE SOUZA" userId="S::wallas.souza@csn.com.br::56311778-7ab8-4917-b611-78d2dfffb942" providerId="AD" clId="Web-{27A46F2F-2718-A3F9-CCED-EE831604AFE8}" dt="2024-01-04T12:11:47.984" v="3" actId="14100"/>
          <ac:picMkLst>
            <pc:docMk/>
            <pc:sldMk cId="3855834659" sldId="270"/>
            <ac:picMk id="10" creationId="{195A4D57-6042-3E5B-EA3E-D604F3BB50E1}"/>
          </ac:picMkLst>
        </pc:picChg>
      </pc:sldChg>
    </pc:docChg>
  </pc:docChgLst>
  <pc:docChgLst>
    <pc:chgData name="WALLAS VIEIRA DE SOUZA" userId="S::wallas.souza@csn.com.br::56311778-7ab8-4917-b611-78d2dfffb942" providerId="AD" clId="Web-{58C1581C-7BF8-93CB-5BF2-D6037E357F33}"/>
    <pc:docChg chg="modSld">
      <pc:chgData name="WALLAS VIEIRA DE SOUZA" userId="S::wallas.souza@csn.com.br::56311778-7ab8-4917-b611-78d2dfffb942" providerId="AD" clId="Web-{58C1581C-7BF8-93CB-5BF2-D6037E357F33}" dt="2023-04-17T18:27:17.691" v="62" actId="20577"/>
      <pc:docMkLst>
        <pc:docMk/>
      </pc:docMkLst>
      <pc:sldChg chg="addSp delSp modSp">
        <pc:chgData name="WALLAS VIEIRA DE SOUZA" userId="S::wallas.souza@csn.com.br::56311778-7ab8-4917-b611-78d2dfffb942" providerId="AD" clId="Web-{58C1581C-7BF8-93CB-5BF2-D6037E357F33}" dt="2023-04-17T18:27:17.691" v="62" actId="20577"/>
        <pc:sldMkLst>
          <pc:docMk/>
          <pc:sldMk cId="0" sldId="256"/>
        </pc:sldMkLst>
        <pc:spChg chg="mod">
          <ac:chgData name="WALLAS VIEIRA DE SOUZA" userId="S::wallas.souza@csn.com.br::56311778-7ab8-4917-b611-78d2dfffb942" providerId="AD" clId="Web-{58C1581C-7BF8-93CB-5BF2-D6037E357F33}" dt="2023-04-17T18:27:05.691" v="5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58C1581C-7BF8-93CB-5BF2-D6037E357F33}" dt="2023-04-17T18:27:17.691" v="6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58C1581C-7BF8-93CB-5BF2-D6037E357F33}" dt="2023-04-17T18:27:09.582" v="58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58C1581C-7BF8-93CB-5BF2-D6037E357F33}" dt="2023-04-17T18:27:13.972" v="60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WALLAS VIEIRA DE SOUZA" userId="S::wallas.souza@csn.com.br::56311778-7ab8-4917-b611-78d2dfffb942" providerId="AD" clId="Web-{58C1581C-7BF8-93CB-5BF2-D6037E357F33}" dt="2023-04-17T18:25:54.330" v="0"/>
          <ac:picMkLst>
            <pc:docMk/>
            <pc:sldMk cId="0" sldId="256"/>
            <ac:picMk id="2" creationId="{477A9082-F977-792D-9C1D-F2CAC683C5D0}"/>
          </ac:picMkLst>
        </pc:picChg>
        <pc:picChg chg="del">
          <ac:chgData name="WALLAS VIEIRA DE SOUZA" userId="S::wallas.souza@csn.com.br::56311778-7ab8-4917-b611-78d2dfffb942" providerId="AD" clId="Web-{58C1581C-7BF8-93CB-5BF2-D6037E357F33}" dt="2023-04-17T18:25:55.142" v="1"/>
          <ac:picMkLst>
            <pc:docMk/>
            <pc:sldMk cId="0" sldId="256"/>
            <ac:picMk id="4" creationId="{74B46F69-0565-6E16-FF7C-6D6BF9AB0A89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31.643" v="22" actId="14100"/>
          <ac:picMkLst>
            <pc:docMk/>
            <pc:sldMk cId="0" sldId="256"/>
            <ac:picMk id="5" creationId="{C99B35D1-2F05-88F0-D73A-15547E1235B6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23.690" v="18" actId="1076"/>
          <ac:picMkLst>
            <pc:docMk/>
            <pc:sldMk cId="0" sldId="256"/>
            <ac:picMk id="6" creationId="{5D55663E-31B5-0A36-B2A3-DE448A591F34}"/>
          </ac:picMkLst>
        </pc:picChg>
        <pc:picChg chg="del">
          <ac:chgData name="WALLAS VIEIRA DE SOUZA" userId="S::wallas.souza@csn.com.br::56311778-7ab8-4917-b611-78d2dfffb942" providerId="AD" clId="Web-{58C1581C-7BF8-93CB-5BF2-D6037E357F33}" dt="2023-04-17T18:25:56.064" v="2"/>
          <ac:picMkLst>
            <pc:docMk/>
            <pc:sldMk cId="0" sldId="256"/>
            <ac:picMk id="7" creationId="{0E843FDC-A507-8F16-B99C-03EB9592DB7D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15.877" v="15" actId="14100"/>
          <ac:picMkLst>
            <pc:docMk/>
            <pc:sldMk cId="0" sldId="256"/>
            <ac:picMk id="8" creationId="{C64A7B51-D1A5-361E-1968-B143F699230B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07.064" v="10" actId="14100"/>
          <ac:picMkLst>
            <pc:docMk/>
            <pc:sldMk cId="0" sldId="256"/>
            <ac:picMk id="9" creationId="{F52A576B-ADDA-9BCF-EA9D-5268A614C684}"/>
          </ac:picMkLst>
        </pc:picChg>
      </pc:sldChg>
    </pc:docChg>
  </pc:docChgLst>
  <pc:docChgLst>
    <pc:chgData name="RAPHAEL ROSA DA CONCEICAO" userId="28e6528d-3d9e-4e97-b5c2-e607c8d73241" providerId="ADAL" clId="{87D9FB10-B02A-47A3-BE9F-BFF4384CD738}"/>
    <pc:docChg chg="undo custSel modSld">
      <pc:chgData name="RAPHAEL ROSA DA CONCEICAO" userId="28e6528d-3d9e-4e97-b5c2-e607c8d73241" providerId="ADAL" clId="{87D9FB10-B02A-47A3-BE9F-BFF4384CD738}" dt="2024-08-12T11:34:22.555" v="59" actId="1076"/>
      <pc:docMkLst>
        <pc:docMk/>
      </pc:docMkLst>
      <pc:sldChg chg="addSp delSp modSp mod">
        <pc:chgData name="RAPHAEL ROSA DA CONCEICAO" userId="28e6528d-3d9e-4e97-b5c2-e607c8d73241" providerId="ADAL" clId="{87D9FB10-B02A-47A3-BE9F-BFF4384CD738}" dt="2024-08-12T11:34:22.555" v="59" actId="1076"/>
        <pc:sldMkLst>
          <pc:docMk/>
          <pc:sldMk cId="3855834659" sldId="270"/>
        </pc:sldMkLst>
        <pc:spChg chg="add mod">
          <ac:chgData name="RAPHAEL ROSA DA CONCEICAO" userId="28e6528d-3d9e-4e97-b5c2-e607c8d73241" providerId="ADAL" clId="{87D9FB10-B02A-47A3-BE9F-BFF4384CD738}" dt="2024-08-12T11:33:26.318" v="42" actId="1076"/>
          <ac:spMkLst>
            <pc:docMk/>
            <pc:sldMk cId="3855834659" sldId="270"/>
            <ac:spMk id="12" creationId="{5E8474D0-B312-6118-0DE2-AF2C22E86B1E}"/>
          </ac:spMkLst>
        </pc:spChg>
        <pc:spChg chg="add mod">
          <ac:chgData name="RAPHAEL ROSA DA CONCEICAO" userId="28e6528d-3d9e-4e97-b5c2-e607c8d73241" providerId="ADAL" clId="{87D9FB10-B02A-47A3-BE9F-BFF4384CD738}" dt="2024-08-12T11:33:50.683" v="46" actId="571"/>
          <ac:spMkLst>
            <pc:docMk/>
            <pc:sldMk cId="3855834659" sldId="270"/>
            <ac:spMk id="14" creationId="{AAEEE28D-C89C-B517-A175-E77F6607F701}"/>
          </ac:spMkLst>
        </pc:spChg>
        <pc:spChg chg="add mod">
          <ac:chgData name="RAPHAEL ROSA DA CONCEICAO" userId="28e6528d-3d9e-4e97-b5c2-e607c8d73241" providerId="ADAL" clId="{87D9FB10-B02A-47A3-BE9F-BFF4384CD738}" dt="2024-08-12T11:34:05.711" v="48" actId="571"/>
          <ac:spMkLst>
            <pc:docMk/>
            <pc:sldMk cId="3855834659" sldId="270"/>
            <ac:spMk id="16" creationId="{DFA2CB68-9611-18E7-4CAD-7CE59C266CD4}"/>
          </ac:spMkLst>
        </pc:spChg>
        <pc:spChg chg="mod">
          <ac:chgData name="RAPHAEL ROSA DA CONCEICAO" userId="28e6528d-3d9e-4e97-b5c2-e607c8d73241" providerId="ADAL" clId="{87D9FB10-B02A-47A3-BE9F-BFF4384CD738}" dt="2024-08-12T11:34:15.462" v="57" actId="1035"/>
          <ac:spMkLst>
            <pc:docMk/>
            <pc:sldMk cId="3855834659" sldId="270"/>
            <ac:spMk id="126" creationId="{FE54F83C-509C-3324-5423-B97A7FEF7967}"/>
          </ac:spMkLst>
        </pc:spChg>
        <pc:spChg chg="mod">
          <ac:chgData name="RAPHAEL ROSA DA CONCEICAO" userId="28e6528d-3d9e-4e97-b5c2-e607c8d73241" providerId="ADAL" clId="{87D9FB10-B02A-47A3-BE9F-BFF4384CD738}" dt="2024-08-12T11:33:10.357" v="37" actId="20577"/>
          <ac:spMkLst>
            <pc:docMk/>
            <pc:sldMk cId="3855834659" sldId="270"/>
            <ac:spMk id="190" creationId="{A62E69E9-13E5-80B6-732E-5CCB2CE7C6F6}"/>
          </ac:spMkLst>
        </pc:spChg>
        <pc:spChg chg="del mod">
          <ac:chgData name="RAPHAEL ROSA DA CONCEICAO" userId="28e6528d-3d9e-4e97-b5c2-e607c8d73241" providerId="ADAL" clId="{87D9FB10-B02A-47A3-BE9F-BFF4384CD738}" dt="2024-08-12T11:33:22.874" v="40" actId="478"/>
          <ac:spMkLst>
            <pc:docMk/>
            <pc:sldMk cId="3855834659" sldId="270"/>
            <ac:spMk id="191" creationId="{B395115E-5DEF-840E-F5CE-DB94A33EE366}"/>
          </ac:spMkLst>
        </pc:spChg>
        <pc:spChg chg="del">
          <ac:chgData name="RAPHAEL ROSA DA CONCEICAO" userId="28e6528d-3d9e-4e97-b5c2-e607c8d73241" providerId="ADAL" clId="{87D9FB10-B02A-47A3-BE9F-BFF4384CD738}" dt="2024-08-12T11:33:38.016" v="44" actId="478"/>
          <ac:spMkLst>
            <pc:docMk/>
            <pc:sldMk cId="3855834659" sldId="270"/>
            <ac:spMk id="192" creationId="{00D80CF4-540F-4F49-1CA2-7D887E6AB01D}"/>
          </ac:spMkLst>
        </pc:spChg>
        <pc:spChg chg="del">
          <ac:chgData name="RAPHAEL ROSA DA CONCEICAO" userId="28e6528d-3d9e-4e97-b5c2-e607c8d73241" providerId="ADAL" clId="{87D9FB10-B02A-47A3-BE9F-BFF4384CD738}" dt="2024-08-12T11:33:57.174" v="47" actId="478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RAPHAEL ROSA DA CONCEICAO" userId="28e6528d-3d9e-4e97-b5c2-e607c8d73241" providerId="ADAL" clId="{87D9FB10-B02A-47A3-BE9F-BFF4384CD738}" dt="2024-08-12T11:24:23.051" v="1" actId="478"/>
          <ac:picMkLst>
            <pc:docMk/>
            <pc:sldMk cId="3855834659" sldId="270"/>
            <ac:picMk id="2" creationId="{05361623-210A-5B00-A5C1-DAA034B294AC}"/>
          </ac:picMkLst>
        </pc:picChg>
        <pc:picChg chg="del">
          <ac:chgData name="RAPHAEL ROSA DA CONCEICAO" userId="28e6528d-3d9e-4e97-b5c2-e607c8d73241" providerId="ADAL" clId="{87D9FB10-B02A-47A3-BE9F-BFF4384CD738}" dt="2024-08-12T11:33:17.448" v="39" actId="478"/>
          <ac:picMkLst>
            <pc:docMk/>
            <pc:sldMk cId="3855834659" sldId="270"/>
            <ac:picMk id="8" creationId="{658F9F80-A121-2A0A-F8C9-1759D6FF7B47}"/>
          </ac:picMkLst>
        </pc:picChg>
        <pc:picChg chg="add mod modCrop">
          <ac:chgData name="RAPHAEL ROSA DA CONCEICAO" userId="28e6528d-3d9e-4e97-b5c2-e607c8d73241" providerId="ADAL" clId="{87D9FB10-B02A-47A3-BE9F-BFF4384CD738}" dt="2024-08-12T11:25:58.849" v="29" actId="1076"/>
          <ac:picMkLst>
            <pc:docMk/>
            <pc:sldMk cId="3855834659" sldId="270"/>
            <ac:picMk id="9" creationId="{22107647-9362-C91D-419E-6D80BCA85098}"/>
          </ac:picMkLst>
        </pc:picChg>
        <pc:picChg chg="del">
          <ac:chgData name="RAPHAEL ROSA DA CONCEICAO" userId="28e6528d-3d9e-4e97-b5c2-e607c8d73241" providerId="ADAL" clId="{87D9FB10-B02A-47A3-BE9F-BFF4384CD738}" dt="2024-08-12T11:33:38.551" v="45" actId="478"/>
          <ac:picMkLst>
            <pc:docMk/>
            <pc:sldMk cId="3855834659" sldId="270"/>
            <ac:picMk id="11" creationId="{2D0A401F-5606-8A06-21BD-8E28EF11DC5B}"/>
          </ac:picMkLst>
        </pc:picChg>
        <pc:picChg chg="add mod">
          <ac:chgData name="RAPHAEL ROSA DA CONCEICAO" userId="28e6528d-3d9e-4e97-b5c2-e607c8d73241" providerId="ADAL" clId="{87D9FB10-B02A-47A3-BE9F-BFF4384CD738}" dt="2024-08-12T11:33:30.719" v="43" actId="571"/>
          <ac:picMkLst>
            <pc:docMk/>
            <pc:sldMk cId="3855834659" sldId="270"/>
            <ac:picMk id="13" creationId="{A3EEA62F-8D20-2087-5767-A5B959DB4A07}"/>
          </ac:picMkLst>
        </pc:picChg>
        <pc:picChg chg="add mod">
          <ac:chgData name="RAPHAEL ROSA DA CONCEICAO" userId="28e6528d-3d9e-4e97-b5c2-e607c8d73241" providerId="ADAL" clId="{87D9FB10-B02A-47A3-BE9F-BFF4384CD738}" dt="2024-08-12T11:34:22.555" v="59" actId="1076"/>
          <ac:picMkLst>
            <pc:docMk/>
            <pc:sldMk cId="3855834659" sldId="270"/>
            <ac:picMk id="15" creationId="{0613EF28-32BE-FAB6-F2B3-17DE41F3BC1F}"/>
          </ac:picMkLst>
        </pc:picChg>
        <pc:picChg chg="add mod">
          <ac:chgData name="RAPHAEL ROSA DA CONCEICAO" userId="28e6528d-3d9e-4e97-b5c2-e607c8d73241" providerId="ADAL" clId="{87D9FB10-B02A-47A3-BE9F-BFF4384CD738}" dt="2024-08-12T11:34:05.711" v="48" actId="571"/>
          <ac:picMkLst>
            <pc:docMk/>
            <pc:sldMk cId="3855834659" sldId="270"/>
            <ac:picMk id="17" creationId="{0BD4388E-DF91-C9D5-BF1C-D1220E3F3FDE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828EE2F8-7C93-4D32-EE87-B0B2D8559F58}"/>
    <pc:docChg chg="modSld">
      <pc:chgData name="MARCELO JARDIM SOARES JUNIOR" userId="S::marcelo.junior.mj1@csn.com.br::e084be25-f1b7-44aa-a097-a73ec2417b13" providerId="AD" clId="Web-{828EE2F8-7C93-4D32-EE87-B0B2D8559F58}" dt="2023-12-13T14:07:38.381" v="52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828EE2F8-7C93-4D32-EE87-B0B2D8559F58}" dt="2023-12-13T14:07:38.381" v="52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828EE2F8-7C93-4D32-EE87-B0B2D8559F58}" dt="2023-12-13T14:07:38.381" v="52" actId="20577"/>
          <ac:spMkLst>
            <pc:docMk/>
            <pc:sldMk cId="0" sldId="256"/>
            <ac:spMk id="190" creationId="{00000000-0000-0000-0000-000000000000}"/>
          </ac:spMkLst>
        </pc:spChg>
        <pc:picChg chg="add mod">
          <ac:chgData name="MARCELO JARDIM SOARES JUNIOR" userId="S::marcelo.junior.mj1@csn.com.br::e084be25-f1b7-44aa-a097-a73ec2417b13" providerId="AD" clId="Web-{828EE2F8-7C93-4D32-EE87-B0B2D8559F58}" dt="2023-12-13T14:06:45.536" v="8" actId="1076"/>
          <ac:picMkLst>
            <pc:docMk/>
            <pc:sldMk cId="0" sldId="256"/>
            <ac:picMk id="2" creationId="{5D2CF8EA-38AC-9DAE-A9A8-532A17804165}"/>
          </ac:picMkLst>
        </pc:picChg>
        <pc:picChg chg="del">
          <ac:chgData name="MARCELO JARDIM SOARES JUNIOR" userId="S::marcelo.junior.mj1@csn.com.br::e084be25-f1b7-44aa-a097-a73ec2417b13" providerId="AD" clId="Web-{828EE2F8-7C93-4D32-EE87-B0B2D8559F58}" dt="2023-12-13T14:05:28.987" v="0"/>
          <ac:picMkLst>
            <pc:docMk/>
            <pc:sldMk cId="0" sldId="256"/>
            <ac:picMk id="5" creationId="{4BDC78DF-E8CE-4E90-FD2F-0BEE6ABDD2EB}"/>
          </ac:picMkLst>
        </pc:picChg>
      </pc:sldChg>
    </pc:docChg>
  </pc:docChgLst>
  <pc:docChgLst>
    <pc:chgData name="MARIANA MATIAS MELENGATE" userId="S::mariana.melengate@csn.com.br::2ccf716e-76bf-4a28-9405-3486cc2f2957" providerId="AD" clId="Web-{37178A9F-D58C-0D13-E484-16DD6A389D40}"/>
    <pc:docChg chg="modSld">
      <pc:chgData name="MARIANA MATIAS MELENGATE" userId="S::mariana.melengate@csn.com.br::2ccf716e-76bf-4a28-9405-3486cc2f2957" providerId="AD" clId="Web-{37178A9F-D58C-0D13-E484-16DD6A389D40}" dt="2023-05-24T17:18:17.728" v="30" actId="20577"/>
      <pc:docMkLst>
        <pc:docMk/>
      </pc:docMkLst>
      <pc:sldChg chg="modSp">
        <pc:chgData name="MARIANA MATIAS MELENGATE" userId="S::mariana.melengate@csn.com.br::2ccf716e-76bf-4a28-9405-3486cc2f2957" providerId="AD" clId="Web-{37178A9F-D58C-0D13-E484-16DD6A389D40}" dt="2023-05-24T17:17:05.430" v="4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7178A9F-D58C-0D13-E484-16DD6A389D40}" dt="2023-05-24T17:16:53.758" v="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6:59.086" v="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02.148" v="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05.430" v="4" actId="20577"/>
          <ac:spMkLst>
            <pc:docMk/>
            <pc:sldMk cId="0" sldId="256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7:42.321" v="15" actId="20577"/>
        <pc:sldMkLst>
          <pc:docMk/>
          <pc:sldMk cId="2583724520" sldId="257"/>
        </pc:sldMkLst>
        <pc:spChg chg="mod">
          <ac:chgData name="MARIANA MATIAS MELENGATE" userId="S::mariana.melengate@csn.com.br::2ccf716e-76bf-4a28-9405-3486cc2f2957" providerId="AD" clId="Web-{37178A9F-D58C-0D13-E484-16DD6A389D40}" dt="2023-05-24T17:17:33.680" v="11" actId="20577"/>
          <ac:spMkLst>
            <pc:docMk/>
            <pc:sldMk cId="2583724520" sldId="25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37.321" v="13" actId="20577"/>
          <ac:spMkLst>
            <pc:docMk/>
            <pc:sldMk cId="2583724520" sldId="25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40.102" v="14" actId="20577"/>
          <ac:spMkLst>
            <pc:docMk/>
            <pc:sldMk cId="2583724520" sldId="25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42.321" v="15" actId="20577"/>
          <ac:spMkLst>
            <pc:docMk/>
            <pc:sldMk cId="2583724520" sldId="257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7:23.883" v="9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37178A9F-D58C-0D13-E484-16DD6A389D40}" dt="2023-05-24T17:17:15.696" v="6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17.008" v="7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20.633" v="8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23.883" v="9" actId="20577"/>
          <ac:spMkLst>
            <pc:docMk/>
            <pc:sldMk cId="4269806723" sldId="258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7:58.415" v="23" actId="20577"/>
        <pc:sldMkLst>
          <pc:docMk/>
          <pc:sldMk cId="3063489698" sldId="259"/>
        </pc:sldMkLst>
        <pc:spChg chg="mod">
          <ac:chgData name="MARIANA MATIAS MELENGATE" userId="S::mariana.melengate@csn.com.br::2ccf716e-76bf-4a28-9405-3486cc2f2957" providerId="AD" clId="Web-{37178A9F-D58C-0D13-E484-16DD6A389D40}" dt="2023-05-24T17:17:49.353" v="17" actId="20577"/>
          <ac:spMkLst>
            <pc:docMk/>
            <pc:sldMk cId="3063489698" sldId="259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52.556" v="19" actId="20577"/>
          <ac:spMkLst>
            <pc:docMk/>
            <pc:sldMk cId="3063489698" sldId="259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55.743" v="21" actId="20577"/>
          <ac:spMkLst>
            <pc:docMk/>
            <pc:sldMk cId="3063489698" sldId="259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58.415" v="23" actId="20577"/>
          <ac:spMkLst>
            <pc:docMk/>
            <pc:sldMk cId="3063489698" sldId="259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8:17.728" v="30" actId="20577"/>
        <pc:sldMkLst>
          <pc:docMk/>
          <pc:sldMk cId="975814026" sldId="260"/>
        </pc:sldMkLst>
        <pc:spChg chg="mod">
          <ac:chgData name="MARIANA MATIAS MELENGATE" userId="S::mariana.melengate@csn.com.br::2ccf716e-76bf-4a28-9405-3486cc2f2957" providerId="AD" clId="Web-{37178A9F-D58C-0D13-E484-16DD6A389D40}" dt="2023-05-24T17:18:07.822" v="25" actId="20577"/>
          <ac:spMkLst>
            <pc:docMk/>
            <pc:sldMk cId="975814026" sldId="260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8:11.744" v="27" actId="20577"/>
          <ac:spMkLst>
            <pc:docMk/>
            <pc:sldMk cId="975814026" sldId="260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8:16.275" v="29" actId="20577"/>
          <ac:spMkLst>
            <pc:docMk/>
            <pc:sldMk cId="975814026" sldId="260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8:17.728" v="30" actId="20577"/>
          <ac:spMkLst>
            <pc:docMk/>
            <pc:sldMk cId="975814026" sldId="260"/>
            <ac:spMk id="193" creationId="{00000000-0000-0000-0000-000000000000}"/>
          </ac:spMkLst>
        </pc:spChg>
      </pc:sldChg>
    </pc:docChg>
  </pc:docChgLst>
  <pc:docChgLst>
    <pc:chgData name="MARIANA MATIAS MELENGATE" userId="S::mariana.melengate@csn.com.br::2ccf716e-76bf-4a28-9405-3486cc2f2957" providerId="AD" clId="Web-{0DC10CD2-43B8-F822-FCA9-27313F810269}"/>
    <pc:docChg chg="modSld">
      <pc:chgData name="MARIANA MATIAS MELENGATE" userId="S::mariana.melengate@csn.com.br::2ccf716e-76bf-4a28-9405-3486cc2f2957" providerId="AD" clId="Web-{0DC10CD2-43B8-F822-FCA9-27313F810269}" dt="2023-09-21T16:14:05.006" v="2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0DC10CD2-43B8-F822-FCA9-27313F810269}" dt="2023-09-21T16:14:05.006" v="20" actId="20577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0DC10CD2-43B8-F822-FCA9-27313F810269}" dt="2023-09-21T16:13:58.115" v="18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DC10CD2-43B8-F822-FCA9-27313F810269}" dt="2023-09-21T16:14:05.006" v="20" actId="20577"/>
          <ac:spMkLst>
            <pc:docMk/>
            <pc:sldMk cId="4223092705" sldId="264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0DC10CD2-43B8-F822-FCA9-27313F810269}" dt="2023-09-21T16:13:24.052" v="5" actId="1076"/>
          <ac:picMkLst>
            <pc:docMk/>
            <pc:sldMk cId="4223092705" sldId="264"/>
            <ac:picMk id="2" creationId="{441A8F60-95BB-D376-1EE4-058E6E6168C3}"/>
          </ac:picMkLst>
        </pc:picChg>
        <pc:picChg chg="add mod">
          <ac:chgData name="MARIANA MATIAS MELENGATE" userId="S::mariana.melengate@csn.com.br::2ccf716e-76bf-4a28-9405-3486cc2f2957" providerId="AD" clId="Web-{0DC10CD2-43B8-F822-FCA9-27313F810269}" dt="2023-09-21T16:13:33.162" v="8" actId="1076"/>
          <ac:picMkLst>
            <pc:docMk/>
            <pc:sldMk cId="4223092705" sldId="264"/>
            <ac:picMk id="4" creationId="{1C169D9D-2F39-CD91-08EC-052FE61401C8}"/>
          </ac:picMkLst>
        </pc:picChg>
        <pc:picChg chg="del">
          <ac:chgData name="MARIANA MATIAS MELENGATE" userId="S::mariana.melengate@csn.com.br::2ccf716e-76bf-4a28-9405-3486cc2f2957" providerId="AD" clId="Web-{0DC10CD2-43B8-F822-FCA9-27313F810269}" dt="2023-09-21T16:13:11.161" v="0"/>
          <ac:picMkLst>
            <pc:docMk/>
            <pc:sldMk cId="4223092705" sldId="264"/>
            <ac:picMk id="7" creationId="{E9A54EFA-340A-A596-3A93-08158DD049D6}"/>
          </ac:picMkLst>
        </pc:picChg>
        <pc:picChg chg="del">
          <ac:chgData name="MARIANA MATIAS MELENGATE" userId="S::mariana.melengate@csn.com.br::2ccf716e-76bf-4a28-9405-3486cc2f2957" providerId="AD" clId="Web-{0DC10CD2-43B8-F822-FCA9-27313F810269}" dt="2023-09-21T16:13:25.974" v="6"/>
          <ac:picMkLst>
            <pc:docMk/>
            <pc:sldMk cId="4223092705" sldId="264"/>
            <ac:picMk id="8" creationId="{129C7473-CCE1-D7DF-566A-31052FC17393}"/>
          </ac:picMkLst>
        </pc:picChg>
      </pc:sldChg>
    </pc:docChg>
  </pc:docChgLst>
  <pc:docChgLst>
    <pc:chgData name="MARIANA MATIAS MELENGATE" userId="S::mariana.melengate@csn.com.br::2ccf716e-76bf-4a28-9405-3486cc2f2957" providerId="AD" clId="Web-{FDA92E3F-E268-6879-5A8D-8C54F126DA89}"/>
    <pc:docChg chg="modSld">
      <pc:chgData name="MARIANA MATIAS MELENGATE" userId="S::mariana.melengate@csn.com.br::2ccf716e-76bf-4a28-9405-3486cc2f2957" providerId="AD" clId="Web-{FDA92E3F-E268-6879-5A8D-8C54F126DA89}" dt="2023-06-26T17:33:35.901" v="3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DA92E3F-E268-6879-5A8D-8C54F126DA89}" dt="2023-06-26T17:33:35.901" v="30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FDA92E3F-E268-6879-5A8D-8C54F126DA89}" dt="2023-06-26T17:33:35.901" v="30" actId="20577"/>
          <ac:spMkLst>
            <pc:docMk/>
            <pc:sldMk cId="2928551198" sldId="263"/>
            <ac:spMk id="15" creationId="{21E6F226-6D45-0CC4-A1D1-6D8A2CB4CF08}"/>
          </ac:spMkLst>
        </pc:spChg>
        <pc:picChg chg="del">
          <ac:chgData name="MARIANA MATIAS MELENGATE" userId="S::mariana.melengate@csn.com.br::2ccf716e-76bf-4a28-9405-3486cc2f2957" providerId="AD" clId="Web-{FDA92E3F-E268-6879-5A8D-8C54F126DA89}" dt="2023-06-26T17:30:07.318" v="0"/>
          <ac:picMkLst>
            <pc:docMk/>
            <pc:sldMk cId="2928551198" sldId="263"/>
            <ac:picMk id="2" creationId="{B0D06F8E-69D5-D38F-F44C-F47C9798F789}"/>
          </ac:picMkLst>
        </pc:picChg>
        <pc:picChg chg="add mod">
          <ac:chgData name="MARIANA MATIAS MELENGATE" userId="S::mariana.melengate@csn.com.br::2ccf716e-76bf-4a28-9405-3486cc2f2957" providerId="AD" clId="Web-{FDA92E3F-E268-6879-5A8D-8C54F126DA89}" dt="2023-06-26T17:31:44.961" v="2" actId="1076"/>
          <ac:picMkLst>
            <pc:docMk/>
            <pc:sldMk cId="2928551198" sldId="263"/>
            <ac:picMk id="3" creationId="{23167B3D-A867-C774-B777-5190B6561A22}"/>
          </ac:picMkLst>
        </pc:picChg>
      </pc:sldChg>
    </pc:docChg>
  </pc:docChgLst>
  <pc:docChgLst>
    <pc:chgData name="MARCELO JARDIM SOARES JUNIOR" userId="S::ccb5914@corp.csn.com.br::bc55f54c-67c1-4def-9c72-6702cba075ba" providerId="AD" clId="Web-{A90607ED-88EB-5F51-DFF2-318C893876FF}"/>
    <pc:docChg chg="modSld">
      <pc:chgData name="MARCELO JARDIM SOARES JUNIOR" userId="S::ccb5914@corp.csn.com.br::bc55f54c-67c1-4def-9c72-6702cba075ba" providerId="AD" clId="Web-{A90607ED-88EB-5F51-DFF2-318C893876FF}" dt="2024-08-16T18:04:21.283" v="72" actId="20577"/>
      <pc:docMkLst>
        <pc:docMk/>
      </pc:docMkLst>
      <pc:sldChg chg="addSp delSp modSp">
        <pc:chgData name="MARCELO JARDIM SOARES JUNIOR" userId="S::ccb5914@corp.csn.com.br::bc55f54c-67c1-4def-9c72-6702cba075ba" providerId="AD" clId="Web-{A90607ED-88EB-5F51-DFF2-318C893876FF}" dt="2024-08-16T18:04:21.283" v="72" actId="20577"/>
        <pc:sldMkLst>
          <pc:docMk/>
          <pc:sldMk cId="3855834659" sldId="270"/>
        </pc:sldMkLst>
        <pc:spChg chg="mod">
          <ac:chgData name="MARCELO JARDIM SOARES JUNIOR" userId="S::ccb5914@corp.csn.com.br::bc55f54c-67c1-4def-9c72-6702cba075ba" providerId="AD" clId="Web-{A90607ED-88EB-5F51-DFF2-318C893876FF}" dt="2024-08-16T18:04:17.064" v="69" actId="20577"/>
          <ac:spMkLst>
            <pc:docMk/>
            <pc:sldMk cId="3855834659" sldId="270"/>
            <ac:spMk id="12" creationId="{5E8474D0-B312-6118-0DE2-AF2C22E86B1E}"/>
          </ac:spMkLst>
        </pc:spChg>
        <pc:spChg chg="mod">
          <ac:chgData name="MARCELO JARDIM SOARES JUNIOR" userId="S::ccb5914@corp.csn.com.br::bc55f54c-67c1-4def-9c72-6702cba075ba" providerId="AD" clId="Web-{A90607ED-88EB-5F51-DFF2-318C893876FF}" dt="2024-08-16T18:04:21.283" v="72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A90607ED-88EB-5F51-DFF2-318C893876FF}" dt="2024-08-16T18:04:19.486" v="71" actId="20577"/>
          <ac:spMkLst>
            <pc:docMk/>
            <pc:sldMk cId="3855834659" sldId="270"/>
            <ac:spMk id="16" creationId="{DFA2CB68-9611-18E7-4CAD-7CE59C266CD4}"/>
          </ac:spMkLst>
        </pc:spChg>
        <pc:spChg chg="mod">
          <ac:chgData name="MARCELO JARDIM SOARES JUNIOR" userId="S::ccb5914@corp.csn.com.br::bc55f54c-67c1-4def-9c72-6702cba075ba" providerId="AD" clId="Web-{A90607ED-88EB-5F51-DFF2-318C893876FF}" dt="2024-08-16T18:04:14.986" v="67" actId="20577"/>
          <ac:spMkLst>
            <pc:docMk/>
            <pc:sldMk cId="3855834659" sldId="270"/>
            <ac:spMk id="190" creationId="{A62E69E9-13E5-80B6-732E-5CCB2CE7C6F6}"/>
          </ac:spMkLst>
        </pc:spChg>
        <pc:picChg chg="add mod modCrop">
          <ac:chgData name="MARCELO JARDIM SOARES JUNIOR" userId="S::ccb5914@corp.csn.com.br::bc55f54c-67c1-4def-9c72-6702cba075ba" providerId="AD" clId="Web-{A90607ED-88EB-5F51-DFF2-318C893876FF}" dt="2024-08-16T18:03:23.310" v="24" actId="1076"/>
          <ac:picMkLst>
            <pc:docMk/>
            <pc:sldMk cId="3855834659" sldId="270"/>
            <ac:picMk id="2" creationId="{D611042E-FADE-7690-717F-AF4E8E34C370}"/>
          </ac:picMkLst>
        </pc:picChg>
        <pc:picChg chg="add mod">
          <ac:chgData name="MARCELO JARDIM SOARES JUNIOR" userId="S::ccb5914@corp.csn.com.br::bc55f54c-67c1-4def-9c72-6702cba075ba" providerId="AD" clId="Web-{A90607ED-88EB-5F51-DFF2-318C893876FF}" dt="2024-08-16T18:03:30.686" v="26" actId="1076"/>
          <ac:picMkLst>
            <pc:docMk/>
            <pc:sldMk cId="3855834659" sldId="270"/>
            <ac:picMk id="6" creationId="{448E6590-33F5-EDF8-277D-103B6A7A30A3}"/>
          </ac:picMkLst>
        </pc:picChg>
        <pc:picChg chg="add mod">
          <ac:chgData name="MARCELO JARDIM SOARES JUNIOR" userId="S::ccb5914@corp.csn.com.br::bc55f54c-67c1-4def-9c72-6702cba075ba" providerId="AD" clId="Web-{A90607ED-88EB-5F51-DFF2-318C893876FF}" dt="2024-08-16T18:03:34.030" v="28" actId="1076"/>
          <ac:picMkLst>
            <pc:docMk/>
            <pc:sldMk cId="3855834659" sldId="270"/>
            <ac:picMk id="9" creationId="{7298E3FE-D3AA-F525-AA46-AE93004073B1}"/>
          </ac:picMkLst>
        </pc:picChg>
        <pc:picChg chg="add mod">
          <ac:chgData name="MARCELO JARDIM SOARES JUNIOR" userId="S::ccb5914@corp.csn.com.br::bc55f54c-67c1-4def-9c72-6702cba075ba" providerId="AD" clId="Web-{A90607ED-88EB-5F51-DFF2-318C893876FF}" dt="2024-08-16T18:03:49.468" v="34" actId="14100"/>
          <ac:picMkLst>
            <pc:docMk/>
            <pc:sldMk cId="3855834659" sldId="270"/>
            <ac:picMk id="11" creationId="{A43D20EA-5C3E-96F7-E830-AF027FDD194E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0.508" v="0"/>
          <ac:picMkLst>
            <pc:docMk/>
            <pc:sldMk cId="3855834659" sldId="270"/>
            <ac:picMk id="13" creationId="{5A0A3011-8456-67E4-BAE6-115EB1BAF0E5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1.289" v="1"/>
          <ac:picMkLst>
            <pc:docMk/>
            <pc:sldMk cId="3855834659" sldId="270"/>
            <ac:picMk id="15" creationId="{1E05D1E0-D45E-70A8-3FC9-61E5AF3B9475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2.790" v="2"/>
          <ac:picMkLst>
            <pc:docMk/>
            <pc:sldMk cId="3855834659" sldId="270"/>
            <ac:picMk id="17" creationId="{4889A7D3-7EA9-5C81-CC0B-E97FEBF7A54D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4.649" v="3"/>
          <ac:picMkLst>
            <pc:docMk/>
            <pc:sldMk cId="3855834659" sldId="270"/>
            <ac:picMk id="18" creationId="{46AEDA56-2E58-29B4-6140-19BEA7177535}"/>
          </ac:picMkLst>
        </pc:picChg>
      </pc:sldChg>
    </pc:docChg>
  </pc:docChgLst>
  <pc:docChgLst>
    <pc:chgData name="MARIANA MATIAS MELENGATE" userId="S::mariana.melengate@csn.com.br::2ccf716e-76bf-4a28-9405-3486cc2f2957" providerId="AD" clId="Web-{4B0CBD95-53E4-B15D-2C9E-66D5DFC158F3}"/>
    <pc:docChg chg="modSld">
      <pc:chgData name="MARIANA MATIAS MELENGATE" userId="S::mariana.melengate@csn.com.br::2ccf716e-76bf-4a28-9405-3486cc2f2957" providerId="AD" clId="Web-{4B0CBD95-53E4-B15D-2C9E-66D5DFC158F3}" dt="2023-06-07T14:04:27.731" v="42" actId="1076"/>
      <pc:docMkLst>
        <pc:docMk/>
      </pc:docMkLst>
      <pc:sldChg chg="addSp delSp modSp">
        <pc:chgData name="MARIANA MATIAS MELENGATE" userId="S::mariana.melengate@csn.com.br::2ccf716e-76bf-4a28-9405-3486cc2f2957" providerId="AD" clId="Web-{4B0CBD95-53E4-B15D-2C9E-66D5DFC158F3}" dt="2023-06-07T14:04:27.731" v="4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4B0CBD95-53E4-B15D-2C9E-66D5DFC158F3}" dt="2023-06-07T14:03:45.949" v="3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4B0CBD95-53E4-B15D-2C9E-66D5DFC158F3}" dt="2023-06-07T14:03:49.902" v="36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4B0CBD95-53E4-B15D-2C9E-66D5DFC158F3}" dt="2023-06-07T14:02:19.807" v="0"/>
          <ac:picMkLst>
            <pc:docMk/>
            <pc:sldMk cId="0" sldId="256"/>
            <ac:picMk id="2" creationId="{C727DCDA-C9BE-58D8-2B52-62F231D23EE4}"/>
          </ac:picMkLst>
        </pc:picChg>
        <pc:picChg chg="del">
          <ac:chgData name="MARIANA MATIAS MELENGATE" userId="S::mariana.melengate@csn.com.br::2ccf716e-76bf-4a28-9405-3486cc2f2957" providerId="AD" clId="Web-{4B0CBD95-53E4-B15D-2C9E-66D5DFC158F3}" dt="2023-06-07T14:03:50.731" v="37"/>
          <ac:picMkLst>
            <pc:docMk/>
            <pc:sldMk cId="0" sldId="256"/>
            <ac:picMk id="4" creationId="{F00DFACA-AD9C-3697-8CD3-F2476DAFE62E}"/>
          </ac:picMkLst>
        </pc:picChg>
        <pc:picChg chg="add mod">
          <ac:chgData name="MARIANA MATIAS MELENGATE" userId="S::mariana.melengate@csn.com.br::2ccf716e-76bf-4a28-9405-3486cc2f2957" providerId="AD" clId="Web-{4B0CBD95-53E4-B15D-2C9E-66D5DFC158F3}" dt="2023-06-07T14:03:59.012" v="38" actId="1076"/>
          <ac:picMkLst>
            <pc:docMk/>
            <pc:sldMk cId="0" sldId="256"/>
            <ac:picMk id="6" creationId="{1292D187-04BC-7C49-826A-CB448AC33F63}"/>
          </ac:picMkLst>
        </pc:picChg>
        <pc:picChg chg="add mod">
          <ac:chgData name="MARIANA MATIAS MELENGATE" userId="S::mariana.melengate@csn.com.br::2ccf716e-76bf-4a28-9405-3486cc2f2957" providerId="AD" clId="Web-{4B0CBD95-53E4-B15D-2C9E-66D5DFC158F3}" dt="2023-06-07T14:04:27.731" v="42" actId="1076"/>
          <ac:picMkLst>
            <pc:docMk/>
            <pc:sldMk cId="0" sldId="256"/>
            <ac:picMk id="7" creationId="{91AD54C8-A9EB-CC2E-52F8-4850CF9B6E9F}"/>
          </ac:picMkLst>
        </pc:picChg>
      </pc:sldChg>
    </pc:docChg>
  </pc:docChgLst>
  <pc:docChgLst>
    <pc:chgData name="MARIANA MATIAS MELENGATE" userId="S::mariana.melengate@csn.com.br::2ccf716e-76bf-4a28-9405-3486cc2f2957" providerId="AD" clId="Web-{7158EF4B-B648-C8A4-41CD-137BB5E6CCCE}"/>
    <pc:docChg chg="modSld">
      <pc:chgData name="MARIANA MATIAS MELENGATE" userId="S::mariana.melengate@csn.com.br::2ccf716e-76bf-4a28-9405-3486cc2f2957" providerId="AD" clId="Web-{7158EF4B-B648-C8A4-41CD-137BB5E6CCCE}" dt="2023-06-22T11:47:37.565" v="66" actId="1076"/>
      <pc:docMkLst>
        <pc:docMk/>
      </pc:docMkLst>
      <pc:sldChg chg="addSp delSp modSp">
        <pc:chgData name="MARIANA MATIAS MELENGATE" userId="S::mariana.melengate@csn.com.br::2ccf716e-76bf-4a28-9405-3486cc2f2957" providerId="AD" clId="Web-{7158EF4B-B648-C8A4-41CD-137BB5E6CCCE}" dt="2023-06-22T11:47:37.565" v="66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7158EF4B-B648-C8A4-41CD-137BB5E6CCCE}" dt="2023-06-22T11:45:21.702" v="2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58EF4B-B648-C8A4-41CD-137BB5E6CCCE}" dt="2023-06-22T11:45:25.640" v="2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58EF4B-B648-C8A4-41CD-137BB5E6CCCE}" dt="2023-06-22T11:46:58.173" v="60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58EF4B-B648-C8A4-41CD-137BB5E6CCCE}" dt="2023-06-22T11:47:25.174" v="63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7158EF4B-B648-C8A4-41CD-137BB5E6CCCE}" dt="2023-06-22T11:44:56.483" v="4" actId="14100"/>
          <ac:picMkLst>
            <pc:docMk/>
            <pc:sldMk cId="0" sldId="256"/>
            <ac:picMk id="2" creationId="{0A7349A3-CAB3-4C2A-B71B-C433A497357E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4:46.498" v="0"/>
          <ac:picMkLst>
            <pc:docMk/>
            <pc:sldMk cId="0" sldId="256"/>
            <ac:picMk id="4" creationId="{1E42CBA7-DBEC-0729-C464-BD139BA613CE}"/>
          </ac:picMkLst>
        </pc:picChg>
        <pc:picChg chg="add mod">
          <ac:chgData name="MARIANA MATIAS MELENGATE" userId="S::mariana.melengate@csn.com.br::2ccf716e-76bf-4a28-9405-3486cc2f2957" providerId="AD" clId="Web-{7158EF4B-B648-C8A4-41CD-137BB5E6CCCE}" dt="2023-06-22T11:45:34.156" v="25" actId="1076"/>
          <ac:picMkLst>
            <pc:docMk/>
            <pc:sldMk cId="0" sldId="256"/>
            <ac:picMk id="5" creationId="{FD29906E-934A-CF7A-79F7-927BC0947D87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5:28.984" v="23"/>
          <ac:picMkLst>
            <pc:docMk/>
            <pc:sldMk cId="0" sldId="256"/>
            <ac:picMk id="6" creationId="{4D8F6792-A2D1-32D1-A293-F6FB8BF6156F}"/>
          </ac:picMkLst>
        </pc:picChg>
        <pc:picChg chg="add mod">
          <ac:chgData name="MARIANA MATIAS MELENGATE" userId="S::mariana.melengate@csn.com.br::2ccf716e-76bf-4a28-9405-3486cc2f2957" providerId="AD" clId="Web-{7158EF4B-B648-C8A4-41CD-137BB5E6CCCE}" dt="2023-06-22T11:46:13.047" v="29" actId="1076"/>
          <ac:picMkLst>
            <pc:docMk/>
            <pc:sldMk cId="0" sldId="256"/>
            <ac:picMk id="7" creationId="{4F11BDEB-7768-955E-A951-5F31FFE668E3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6:05.078" v="26"/>
          <ac:picMkLst>
            <pc:docMk/>
            <pc:sldMk cId="0" sldId="256"/>
            <ac:picMk id="8" creationId="{741041B9-A73A-071C-8BFD-4CE568D1E100}"/>
          </ac:picMkLst>
        </pc:picChg>
        <pc:picChg chg="add mod">
          <ac:chgData name="MARIANA MATIAS MELENGATE" userId="S::mariana.melengate@csn.com.br::2ccf716e-76bf-4a28-9405-3486cc2f2957" providerId="AD" clId="Web-{7158EF4B-B648-C8A4-41CD-137BB5E6CCCE}" dt="2023-06-22T11:47:37.565" v="66" actId="1076"/>
          <ac:picMkLst>
            <pc:docMk/>
            <pc:sldMk cId="0" sldId="256"/>
            <ac:picMk id="9" creationId="{2F55385C-43EB-B38F-8E59-68C942F6EDB2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7:31.268" v="64"/>
          <ac:picMkLst>
            <pc:docMk/>
            <pc:sldMk cId="0" sldId="256"/>
            <ac:picMk id="10" creationId="{84A9A86C-4081-FCE0-87E3-BAEFA0E3184E}"/>
          </ac:picMkLst>
        </pc:picChg>
      </pc:sldChg>
    </pc:docChg>
  </pc:docChgLst>
  <pc:docChgLst>
    <pc:chgData name="MARIANA MATIAS MELENGATE" userId="S::mariana.melengate@csn.com.br::2ccf716e-76bf-4a28-9405-3486cc2f2957" providerId="AD" clId="Web-{40DE3513-475E-0E07-3A5A-0EE19D010EBD}"/>
    <pc:docChg chg="modSld">
      <pc:chgData name="MARIANA MATIAS MELENGATE" userId="S::mariana.melengate@csn.com.br::2ccf716e-76bf-4a28-9405-3486cc2f2957" providerId="AD" clId="Web-{40DE3513-475E-0E07-3A5A-0EE19D010EBD}" dt="2023-09-18T11:57:16.713" v="5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40DE3513-475E-0E07-3A5A-0EE19D010EBD}" dt="2023-09-18T11:57:16.713" v="55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40DE3513-475E-0E07-3A5A-0EE19D010EBD}" dt="2023-09-18T11:57:10.010" v="5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40DE3513-475E-0E07-3A5A-0EE19D010EBD}" dt="2023-09-18T11:57:16.713" v="55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40DE3513-475E-0E07-3A5A-0EE19D010EBD}" dt="2023-09-18T11:55:24.413" v="0"/>
          <ac:picMkLst>
            <pc:docMk/>
            <pc:sldMk cId="0" sldId="256"/>
            <ac:picMk id="2" creationId="{DF9AE947-3D0F-E14C-5A45-098953353B5C}"/>
          </ac:picMkLst>
        </pc:picChg>
        <pc:picChg chg="del">
          <ac:chgData name="MARIANA MATIAS MELENGATE" userId="S::mariana.melengate@csn.com.br::2ccf716e-76bf-4a28-9405-3486cc2f2957" providerId="AD" clId="Web-{40DE3513-475E-0E07-3A5A-0EE19D010EBD}" dt="2023-09-18T11:55:42.335" v="5"/>
          <ac:picMkLst>
            <pc:docMk/>
            <pc:sldMk cId="0" sldId="256"/>
            <ac:picMk id="4" creationId="{89B26F92-4524-D8D8-8053-1676A642AA12}"/>
          </ac:picMkLst>
        </pc:picChg>
        <pc:picChg chg="add mod">
          <ac:chgData name="MARIANA MATIAS MELENGATE" userId="S::mariana.melengate@csn.com.br::2ccf716e-76bf-4a28-9405-3486cc2f2957" providerId="AD" clId="Web-{40DE3513-475E-0E07-3A5A-0EE19D010EBD}" dt="2023-09-18T11:55:35.960" v="4" actId="14100"/>
          <ac:picMkLst>
            <pc:docMk/>
            <pc:sldMk cId="0" sldId="256"/>
            <ac:picMk id="7" creationId="{47F46322-0509-0276-DB41-70797544E34B}"/>
          </ac:picMkLst>
        </pc:picChg>
        <pc:picChg chg="add mod">
          <ac:chgData name="MARIANA MATIAS MELENGATE" userId="S::mariana.melengate@csn.com.br::2ccf716e-76bf-4a28-9405-3486cc2f2957" providerId="AD" clId="Web-{40DE3513-475E-0E07-3A5A-0EE19D010EBD}" dt="2023-09-18T11:55:48.914" v="7" actId="1076"/>
          <ac:picMkLst>
            <pc:docMk/>
            <pc:sldMk cId="0" sldId="256"/>
            <ac:picMk id="8" creationId="{DDE1152A-426A-16F9-0F78-FF5E52C9732F}"/>
          </ac:picMkLst>
        </pc:picChg>
      </pc:sldChg>
    </pc:docChg>
  </pc:docChgLst>
  <pc:docChgLst>
    <pc:chgData name="MARIANA MATIAS MELENGATE" userId="S::mariana.melengate@csn.com.br::2ccf716e-76bf-4a28-9405-3486cc2f2957" providerId="AD" clId="Web-{812734FE-1640-559F-E411-323CA4957B25}"/>
    <pc:docChg chg="modSld">
      <pc:chgData name="MARIANA MATIAS MELENGATE" userId="S::mariana.melengate@csn.com.br::2ccf716e-76bf-4a28-9405-3486cc2f2957" providerId="AD" clId="Web-{812734FE-1640-559F-E411-323CA4957B25}" dt="2024-03-11T11:21:52.949" v="3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812734FE-1640-559F-E411-323CA4957B25}" dt="2024-03-11T11:21:52.949" v="30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812734FE-1640-559F-E411-323CA4957B25}" dt="2024-03-11T11:21:43.355" v="28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812734FE-1640-559F-E411-323CA4957B25}" dt="2024-03-11T11:21:52.949" v="30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812734FE-1640-559F-E411-323CA4957B25}" dt="2024-03-11T11:18:48.788" v="0"/>
          <ac:picMkLst>
            <pc:docMk/>
            <pc:sldMk cId="3855834659" sldId="270"/>
            <ac:picMk id="2" creationId="{CF170220-73D1-9E31-1DA6-EF2911587418}"/>
          </ac:picMkLst>
        </pc:picChg>
        <pc:picChg chg="del">
          <ac:chgData name="MARIANA MATIAS MELENGATE" userId="S::mariana.melengate@csn.com.br::2ccf716e-76bf-4a28-9405-3486cc2f2957" providerId="AD" clId="Web-{812734FE-1640-559F-E411-323CA4957B25}" dt="2024-03-11T11:20:41.666" v="7"/>
          <ac:picMkLst>
            <pc:docMk/>
            <pc:sldMk cId="3855834659" sldId="270"/>
            <ac:picMk id="6" creationId="{90E5730B-EA6B-5D20-A52A-F398BB6FE772}"/>
          </ac:picMkLst>
        </pc:picChg>
        <pc:picChg chg="add mod">
          <ac:chgData name="MARIANA MATIAS MELENGATE" userId="S::mariana.melengate@csn.com.br::2ccf716e-76bf-4a28-9405-3486cc2f2957" providerId="AD" clId="Web-{812734FE-1640-559F-E411-323CA4957B25}" dt="2024-03-11T11:20:22.087" v="6" actId="1076"/>
          <ac:picMkLst>
            <pc:docMk/>
            <pc:sldMk cId="3855834659" sldId="270"/>
            <ac:picMk id="8" creationId="{D103FEF1-6EC9-6F3D-FFD3-652A7E355888}"/>
          </ac:picMkLst>
        </pc:picChg>
        <pc:picChg chg="add mod">
          <ac:chgData name="MARIANA MATIAS MELENGATE" userId="S::mariana.melengate@csn.com.br::2ccf716e-76bf-4a28-9405-3486cc2f2957" providerId="AD" clId="Web-{812734FE-1640-559F-E411-323CA4957B25}" dt="2024-03-11T11:21:03.448" v="13" actId="1076"/>
          <ac:picMkLst>
            <pc:docMk/>
            <pc:sldMk cId="3855834659" sldId="270"/>
            <ac:picMk id="9" creationId="{5FCD6D16-C245-EBDD-F2F5-321C70BA35BE}"/>
          </ac:picMkLst>
        </pc:picChg>
      </pc:sldChg>
    </pc:docChg>
  </pc:docChgLst>
  <pc:docChgLst>
    <pc:chgData name="MARIANA MATIAS MELENGATE" userId="S::mariana.melengate@csn.com.br::2ccf716e-76bf-4a28-9405-3486cc2f2957" providerId="AD" clId="Web-{6E25B994-F118-3F1B-B801-19F95CFE5BDD}"/>
    <pc:docChg chg="addSld modSld">
      <pc:chgData name="MARIANA MATIAS MELENGATE" userId="S::mariana.melengate@csn.com.br::2ccf716e-76bf-4a28-9405-3486cc2f2957" providerId="AD" clId="Web-{6E25B994-F118-3F1B-B801-19F95CFE5BDD}" dt="2024-01-30T11:28:50.788" v="25"/>
      <pc:docMkLst>
        <pc:docMk/>
      </pc:docMkLst>
      <pc:sldChg chg="addSp modSp">
        <pc:chgData name="MARIANA MATIAS MELENGATE" userId="S::mariana.melengate@csn.com.br::2ccf716e-76bf-4a28-9405-3486cc2f2957" providerId="AD" clId="Web-{6E25B994-F118-3F1B-B801-19F95CFE5BDD}" dt="2024-01-30T11:21:43.388" v="24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6E25B994-F118-3F1B-B801-19F95CFE5BDD}" dt="2024-01-30T11:21:30.982" v="20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6E25B994-F118-3F1B-B801-19F95CFE5BDD}" dt="2024-01-30T11:21:34.497" v="22" actId="20577"/>
          <ac:spMkLst>
            <pc:docMk/>
            <pc:sldMk cId="3855834659" sldId="270"/>
            <ac:spMk id="191" creationId="{B395115E-5DEF-840E-F5CE-DB94A33EE366}"/>
          </ac:spMkLst>
        </pc:spChg>
        <pc:picChg chg="add mod">
          <ac:chgData name="MARIANA MATIAS MELENGATE" userId="S::mariana.melengate@csn.com.br::2ccf716e-76bf-4a28-9405-3486cc2f2957" providerId="AD" clId="Web-{6E25B994-F118-3F1B-B801-19F95CFE5BDD}" dt="2024-01-30T11:20:56.090" v="2" actId="1076"/>
          <ac:picMkLst>
            <pc:docMk/>
            <pc:sldMk cId="3855834659" sldId="270"/>
            <ac:picMk id="2" creationId="{FE8CF72C-A220-016A-B4FD-E58C14D65F35}"/>
          </ac:picMkLst>
        </pc:picChg>
        <pc:picChg chg="add mod">
          <ac:chgData name="MARIANA MATIAS MELENGATE" userId="S::mariana.melengate@csn.com.br::2ccf716e-76bf-4a28-9405-3486cc2f2957" providerId="AD" clId="Web-{6E25B994-F118-3F1B-B801-19F95CFE5BDD}" dt="2024-01-30T11:21:43.388" v="24" actId="1076"/>
          <ac:picMkLst>
            <pc:docMk/>
            <pc:sldMk cId="3855834659" sldId="270"/>
            <ac:picMk id="6" creationId="{981B27F5-5547-FA10-9C42-8ADE28B897FE}"/>
          </ac:picMkLst>
        </pc:picChg>
      </pc:sldChg>
      <pc:sldChg chg="add replId">
        <pc:chgData name="MARIANA MATIAS MELENGATE" userId="S::mariana.melengate@csn.com.br::2ccf716e-76bf-4a28-9405-3486cc2f2957" providerId="AD" clId="Web-{6E25B994-F118-3F1B-B801-19F95CFE5BDD}" dt="2024-01-30T11:28:50.788" v="25"/>
        <pc:sldMkLst>
          <pc:docMk/>
          <pc:sldMk cId="4187757451" sldId="271"/>
        </pc:sldMkLst>
      </pc:sldChg>
    </pc:docChg>
  </pc:docChgLst>
  <pc:docChgLst>
    <pc:chgData name="MARIANA MATIAS MELENGATE" userId="S::mariana.melengate@csn.com.br::2ccf716e-76bf-4a28-9405-3486cc2f2957" providerId="AD" clId="Web-{FEFF4E24-E8C4-5663-6B73-504D67ECD3BF}"/>
    <pc:docChg chg="modSld">
      <pc:chgData name="MARIANA MATIAS MELENGATE" userId="S::mariana.melengate@csn.com.br::2ccf716e-76bf-4a28-9405-3486cc2f2957" providerId="AD" clId="Web-{FEFF4E24-E8C4-5663-6B73-504D67ECD3BF}" dt="2023-05-24T16:12:31.336" v="8" actId="1076"/>
      <pc:docMkLst>
        <pc:docMk/>
      </pc:docMkLst>
      <pc:sldChg chg="addSp delSp modSp">
        <pc:chgData name="MARIANA MATIAS MELENGATE" userId="S::mariana.melengate@csn.com.br::2ccf716e-76bf-4a28-9405-3486cc2f2957" providerId="AD" clId="Web-{FEFF4E24-E8C4-5663-6B73-504D67ECD3BF}" dt="2023-05-24T16:12:31.336" v="8" actId="1076"/>
        <pc:sldMkLst>
          <pc:docMk/>
          <pc:sldMk cId="2583724520" sldId="257"/>
        </pc:sldMkLst>
        <pc:picChg chg="del">
          <ac:chgData name="MARIANA MATIAS MELENGATE" userId="S::mariana.melengate@csn.com.br::2ccf716e-76bf-4a28-9405-3486cc2f2957" providerId="AD" clId="Web-{FEFF4E24-E8C4-5663-6B73-504D67ECD3BF}" dt="2023-05-24T16:11:47.631" v="0"/>
          <ac:picMkLst>
            <pc:docMk/>
            <pc:sldMk cId="2583724520" sldId="257"/>
            <ac:picMk id="2" creationId="{211372DA-386C-3F4F-21A0-2A67453BDD4E}"/>
          </ac:picMkLst>
        </pc:picChg>
        <pc:picChg chg="del">
          <ac:chgData name="MARIANA MATIAS MELENGATE" userId="S::mariana.melengate@csn.com.br::2ccf716e-76bf-4a28-9405-3486cc2f2957" providerId="AD" clId="Web-{FEFF4E24-E8C4-5663-6B73-504D67ECD3BF}" dt="2023-05-24T16:12:11.351" v="6"/>
          <ac:picMkLst>
            <pc:docMk/>
            <pc:sldMk cId="2583724520" sldId="257"/>
            <ac:picMk id="4" creationId="{7C58AD23-4F6F-F299-5C30-3A5FD5603E95}"/>
          </ac:picMkLst>
        </pc:picChg>
        <pc:picChg chg="add mod">
          <ac:chgData name="MARIANA MATIAS MELENGATE" userId="S::mariana.melengate@csn.com.br::2ccf716e-76bf-4a28-9405-3486cc2f2957" providerId="AD" clId="Web-{FEFF4E24-E8C4-5663-6B73-504D67ECD3BF}" dt="2023-05-24T16:12:06.788" v="5" actId="1076"/>
          <ac:picMkLst>
            <pc:docMk/>
            <pc:sldMk cId="2583724520" sldId="257"/>
            <ac:picMk id="7" creationId="{52D01195-E484-027C-E6C7-FB1D1B6F5A42}"/>
          </ac:picMkLst>
        </pc:picChg>
        <pc:picChg chg="add mod">
          <ac:chgData name="MARIANA MATIAS MELENGATE" userId="S::mariana.melengate@csn.com.br::2ccf716e-76bf-4a28-9405-3486cc2f2957" providerId="AD" clId="Web-{FEFF4E24-E8C4-5663-6B73-504D67ECD3BF}" dt="2023-05-24T16:12:31.336" v="8" actId="1076"/>
          <ac:picMkLst>
            <pc:docMk/>
            <pc:sldMk cId="2583724520" sldId="257"/>
            <ac:picMk id="8" creationId="{718BE9D3-4624-B791-BA42-E0C09EC94627}"/>
          </ac:picMkLst>
        </pc:picChg>
      </pc:sldChg>
    </pc:docChg>
  </pc:docChgLst>
  <pc:docChgLst>
    <pc:chgData name="MARIANA MATIAS MELENGATE" userId="S::mariana.melengate@csn.com.br::2ccf716e-76bf-4a28-9405-3486cc2f2957" providerId="AD" clId="Web-{31662792-4963-19D2-EC09-7BF903AC714F}"/>
    <pc:docChg chg="modSld">
      <pc:chgData name="MARIANA MATIAS MELENGATE" userId="S::mariana.melengate@csn.com.br::2ccf716e-76bf-4a28-9405-3486cc2f2957" providerId="AD" clId="Web-{31662792-4963-19D2-EC09-7BF903AC714F}" dt="2024-04-17T18:36:35.990" v="4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1662792-4963-19D2-EC09-7BF903AC714F}" dt="2024-04-17T18:36:35.990" v="49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31662792-4963-19D2-EC09-7BF903AC714F}" dt="2024-04-17T18:36:06.989" v="43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662792-4963-19D2-EC09-7BF903AC714F}" dt="2024-04-17T18:36:12.724" v="45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662792-4963-19D2-EC09-7BF903AC714F}" dt="2024-04-17T18:36:17.615" v="47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662792-4963-19D2-EC09-7BF903AC714F}" dt="2024-04-17T18:36:35.990" v="49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662792-4963-19D2-EC09-7BF903AC714F}" dt="2024-04-17T18:34:54.346" v="0"/>
          <ac:picMkLst>
            <pc:docMk/>
            <pc:sldMk cId="3855834659" sldId="270"/>
            <ac:picMk id="2" creationId="{5C0EE682-A8DE-1DC3-A7B7-C7B0ED88E490}"/>
          </ac:picMkLst>
        </pc:picChg>
        <pc:picChg chg="del">
          <ac:chgData name="MARIANA MATIAS MELENGATE" userId="S::mariana.melengate@csn.com.br::2ccf716e-76bf-4a28-9405-3486cc2f2957" providerId="AD" clId="Web-{31662792-4963-19D2-EC09-7BF903AC714F}" dt="2024-04-17T18:35:09.690" v="6"/>
          <ac:picMkLst>
            <pc:docMk/>
            <pc:sldMk cId="3855834659" sldId="270"/>
            <ac:picMk id="6" creationId="{66E5E0FC-C68B-FFF0-ADB0-F9C4F0296318}"/>
          </ac:picMkLst>
        </pc:picChg>
        <pc:picChg chg="del">
          <ac:chgData name="MARIANA MATIAS MELENGATE" userId="S::mariana.melengate@csn.com.br::2ccf716e-76bf-4a28-9405-3486cc2f2957" providerId="AD" clId="Web-{31662792-4963-19D2-EC09-7BF903AC714F}" dt="2024-04-17T18:35:19.253" v="9"/>
          <ac:picMkLst>
            <pc:docMk/>
            <pc:sldMk cId="3855834659" sldId="270"/>
            <ac:picMk id="8" creationId="{FDEF7AC4-5746-85F3-259A-7A8183E851E8}"/>
          </ac:picMkLst>
        </pc:picChg>
        <pc:picChg chg="del">
          <ac:chgData name="MARIANA MATIAS MELENGATE" userId="S::mariana.melengate@csn.com.br::2ccf716e-76bf-4a28-9405-3486cc2f2957" providerId="AD" clId="Web-{31662792-4963-19D2-EC09-7BF903AC714F}" dt="2024-04-17T18:35:21.706" v="10"/>
          <ac:picMkLst>
            <pc:docMk/>
            <pc:sldMk cId="3855834659" sldId="270"/>
            <ac:picMk id="9" creationId="{D3BA0C31-CE6B-94AD-F9DA-8F6C622C65DE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07.737" v="5" actId="1076"/>
          <ac:picMkLst>
            <pc:docMk/>
            <pc:sldMk cId="3855834659" sldId="270"/>
            <ac:picMk id="11" creationId="{A1181C82-2A64-E3E1-C67D-16AE8917B320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17.378" v="8" actId="1076"/>
          <ac:picMkLst>
            <pc:docMk/>
            <pc:sldMk cId="3855834659" sldId="270"/>
            <ac:picMk id="12" creationId="{AEEA73EC-248B-1976-06C1-E955F727BCAF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29.238" v="12" actId="1076"/>
          <ac:picMkLst>
            <pc:docMk/>
            <pc:sldMk cId="3855834659" sldId="270"/>
            <ac:picMk id="13" creationId="{14F05754-7F86-D571-9BA4-2F5842D8D883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36.410" v="14" actId="1076"/>
          <ac:picMkLst>
            <pc:docMk/>
            <pc:sldMk cId="3855834659" sldId="270"/>
            <ac:picMk id="14" creationId="{73AAB321-F42F-411E-5A75-B06A1B044C68}"/>
          </ac:picMkLst>
        </pc:picChg>
      </pc:sldChg>
    </pc:docChg>
  </pc:docChgLst>
  <pc:docChgLst>
    <pc:chgData name="MARIANA MATIAS MELENGATE" userId="S::mariana.melengate@csn.com.br::2ccf716e-76bf-4a28-9405-3486cc2f2957" providerId="AD" clId="Web-{ECC3F31E-B408-DFB4-23D2-320A4C15FC7C}"/>
    <pc:docChg chg="modSld">
      <pc:chgData name="MARIANA MATIAS MELENGATE" userId="S::mariana.melengate@csn.com.br::2ccf716e-76bf-4a28-9405-3486cc2f2957" providerId="AD" clId="Web-{ECC3F31E-B408-DFB4-23D2-320A4C15FC7C}" dt="2023-08-30T12:23:27.544" v="5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CC3F31E-B408-DFB4-23D2-320A4C15FC7C}" dt="2023-08-30T12:23:27.544" v="5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ECC3F31E-B408-DFB4-23D2-320A4C15FC7C}" dt="2023-08-30T12:23:16.466" v="5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CC3F31E-B408-DFB4-23D2-320A4C15FC7C}" dt="2023-08-30T12:23:27.544" v="57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ECC3F31E-B408-DFB4-23D2-320A4C15FC7C}" dt="2023-08-30T12:22:16.386" v="5" actId="1076"/>
          <ac:picMkLst>
            <pc:docMk/>
            <pc:sldMk cId="0" sldId="256"/>
            <ac:picMk id="4" creationId="{1AA0F051-763B-7643-35E9-D344255C10F4}"/>
          </ac:picMkLst>
        </pc:picChg>
        <pc:picChg chg="add mod">
          <ac:chgData name="MARIANA MATIAS MELENGATE" userId="S::mariana.melengate@csn.com.br::2ccf716e-76bf-4a28-9405-3486cc2f2957" providerId="AD" clId="Web-{ECC3F31E-B408-DFB4-23D2-320A4C15FC7C}" dt="2023-08-30T12:22:25.496" v="8" actId="1076"/>
          <ac:picMkLst>
            <pc:docMk/>
            <pc:sldMk cId="0" sldId="256"/>
            <ac:picMk id="6" creationId="{CF6D2B31-E496-EBF1-AD18-C64D5E56CB55}"/>
          </ac:picMkLst>
        </pc:picChg>
        <pc:picChg chg="del">
          <ac:chgData name="MARIANA MATIAS MELENGATE" userId="S::mariana.melengate@csn.com.br::2ccf716e-76bf-4a28-9405-3486cc2f2957" providerId="AD" clId="Web-{ECC3F31E-B408-DFB4-23D2-320A4C15FC7C}" dt="2023-08-30T12:22:04.261" v="0"/>
          <ac:picMkLst>
            <pc:docMk/>
            <pc:sldMk cId="0" sldId="256"/>
            <ac:picMk id="7" creationId="{B192DFBE-D042-6171-6C6A-CAF961EF3C4D}"/>
          </ac:picMkLst>
        </pc:picChg>
        <pc:picChg chg="del">
          <ac:chgData name="MARIANA MATIAS MELENGATE" userId="S::mariana.melengate@csn.com.br::2ccf716e-76bf-4a28-9405-3486cc2f2957" providerId="AD" clId="Web-{ECC3F31E-B408-DFB4-23D2-320A4C15FC7C}" dt="2023-08-30T12:22:18.918" v="6"/>
          <ac:picMkLst>
            <pc:docMk/>
            <pc:sldMk cId="0" sldId="256"/>
            <ac:picMk id="8" creationId="{8266F52F-1346-B0F1-5330-4EB4437B1A6B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BDE3BFE7-8793-B1F7-3E4A-550286AC45AF}"/>
    <pc:docChg chg="modSld">
      <pc:chgData name="MARCELO JARDIM SOARES JUNIOR" userId="S::marcelo.junior.mj1@csn.com.br::bc55f54c-67c1-4def-9c72-6702cba075ba" providerId="AD" clId="Web-{BDE3BFE7-8793-B1F7-3E4A-550286AC45AF}" dt="2024-09-10T11:31:33.466" v="58" actId="20577"/>
      <pc:docMkLst>
        <pc:docMk/>
      </pc:docMkLst>
      <pc:sldChg chg="addSp delSp modSp">
        <pc:chgData name="MARCELO JARDIM SOARES JUNIOR" userId="S::marcelo.junior.mj1@csn.com.br::bc55f54c-67c1-4def-9c72-6702cba075ba" providerId="AD" clId="Web-{BDE3BFE7-8793-B1F7-3E4A-550286AC45AF}" dt="2024-09-10T11:31:33.466" v="58" actId="20577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BDE3BFE7-8793-B1F7-3E4A-550286AC45AF}" dt="2024-09-10T11:31:09.402" v="50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BDE3BFE7-8793-B1F7-3E4A-550286AC45AF}" dt="2024-09-10T11:31:20.293" v="54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BDE3BFE7-8793-B1F7-3E4A-550286AC45AF}" dt="2024-09-10T11:31:33.466" v="58" actId="20577"/>
          <ac:spMkLst>
            <pc:docMk/>
            <pc:sldMk cId="28514220" sldId="271"/>
            <ac:spMk id="192" creationId="{5656B279-F07B-324C-9616-1101D2C419A2}"/>
          </ac:spMkLst>
        </pc:spChg>
        <pc:spChg chg="mod">
          <ac:chgData name="MARCELO JARDIM SOARES JUNIOR" userId="S::marcelo.junior.mj1@csn.com.br::bc55f54c-67c1-4def-9c72-6702cba075ba" providerId="AD" clId="Web-{BDE3BFE7-8793-B1F7-3E4A-550286AC45AF}" dt="2024-09-10T11:31:22.778" v="56" actId="20577"/>
          <ac:spMkLst>
            <pc:docMk/>
            <pc:sldMk cId="28514220" sldId="271"/>
            <ac:spMk id="193" creationId="{7258E0E0-AA15-FDF9-2C3C-791E43A5CC90}"/>
          </ac:spMkLst>
        </pc:spChg>
        <pc:picChg chg="add mod modCrop">
          <ac:chgData name="MARCELO JARDIM SOARES JUNIOR" userId="S::marcelo.junior.mj1@csn.com.br::bc55f54c-67c1-4def-9c72-6702cba075ba" providerId="AD" clId="Web-{BDE3BFE7-8793-B1F7-3E4A-550286AC45AF}" dt="2024-09-10T11:31:11.933" v="52" actId="1076"/>
          <ac:picMkLst>
            <pc:docMk/>
            <pc:sldMk cId="28514220" sldId="271"/>
            <ac:picMk id="2" creationId="{1B53610F-CD0D-1926-A30D-821D0BF00A24}"/>
          </ac:picMkLst>
        </pc:picChg>
        <pc:picChg chg="add mod">
          <ac:chgData name="MARCELO JARDIM SOARES JUNIOR" userId="S::marcelo.junior.mj1@csn.com.br::bc55f54c-67c1-4def-9c72-6702cba075ba" providerId="AD" clId="Web-{BDE3BFE7-8793-B1F7-3E4A-550286AC45AF}" dt="2024-09-10T11:30:25.914" v="18" actId="1076"/>
          <ac:picMkLst>
            <pc:docMk/>
            <pc:sldMk cId="28514220" sldId="271"/>
            <ac:picMk id="6" creationId="{DEE368D3-8662-B51D-55A1-668488FC4059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1.380" v="0"/>
          <ac:picMkLst>
            <pc:docMk/>
            <pc:sldMk cId="28514220" sldId="271"/>
            <ac:picMk id="8" creationId="{9FF7DFE2-CA51-4C24-662B-E2C29A3EDFCC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3.958" v="1"/>
          <ac:picMkLst>
            <pc:docMk/>
            <pc:sldMk cId="28514220" sldId="271"/>
            <ac:picMk id="9" creationId="{86BA686A-5730-F7E4-CE13-43C46477707C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5.567" v="2"/>
          <ac:picMkLst>
            <pc:docMk/>
            <pc:sldMk cId="28514220" sldId="271"/>
            <ac:picMk id="11" creationId="{2C5A01F5-8D46-241E-EC80-3EF4CD1F6CBB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7.802" v="3"/>
          <ac:picMkLst>
            <pc:docMk/>
            <pc:sldMk cId="28514220" sldId="271"/>
            <ac:picMk id="12" creationId="{8F1D8681-C5DB-F74F-E33F-D4328280EBF5}"/>
          </ac:picMkLst>
        </pc:picChg>
        <pc:picChg chg="add mod">
          <ac:chgData name="MARCELO JARDIM SOARES JUNIOR" userId="S::marcelo.junior.mj1@csn.com.br::bc55f54c-67c1-4def-9c72-6702cba075ba" providerId="AD" clId="Web-{BDE3BFE7-8793-B1F7-3E4A-550286AC45AF}" dt="2024-09-10T11:30:37.837" v="23" actId="1076"/>
          <ac:picMkLst>
            <pc:docMk/>
            <pc:sldMk cId="28514220" sldId="271"/>
            <ac:picMk id="13" creationId="{5A672914-C5FF-A420-7E56-7BFE26BAE2A8}"/>
          </ac:picMkLst>
        </pc:picChg>
        <pc:picChg chg="add mod">
          <ac:chgData name="MARCELO JARDIM SOARES JUNIOR" userId="S::marcelo.junior.mj1@csn.com.br::bc55f54c-67c1-4def-9c72-6702cba075ba" providerId="AD" clId="Web-{BDE3BFE7-8793-B1F7-3E4A-550286AC45AF}" dt="2024-09-10T11:30:37.868" v="24" actId="1076"/>
          <ac:picMkLst>
            <pc:docMk/>
            <pc:sldMk cId="28514220" sldId="271"/>
            <ac:picMk id="14" creationId="{42720F5A-83EC-A4A1-89FD-390B6564FB0E}"/>
          </ac:picMkLst>
        </pc:picChg>
      </pc:sldChg>
    </pc:docChg>
  </pc:docChgLst>
  <pc:docChgLst>
    <pc:chgData name="MARIANA MATIAS MELENGATE" userId="S::mariana.melengate@csn.com.br::2ccf716e-76bf-4a28-9405-3486cc2f2957" providerId="AD" clId="Web-{554DACB5-9980-CBD9-3BF2-36054E54C6A7}"/>
    <pc:docChg chg="modSld">
      <pc:chgData name="MARIANA MATIAS MELENGATE" userId="S::mariana.melengate@csn.com.br::2ccf716e-76bf-4a28-9405-3486cc2f2957" providerId="AD" clId="Web-{554DACB5-9980-CBD9-3BF2-36054E54C6A7}" dt="2023-07-04T14:10:21.824" v="34" actId="1076"/>
      <pc:docMkLst>
        <pc:docMk/>
      </pc:docMkLst>
      <pc:sldChg chg="addSp delSp modSp">
        <pc:chgData name="MARIANA MATIAS MELENGATE" userId="S::mariana.melengate@csn.com.br::2ccf716e-76bf-4a28-9405-3486cc2f2957" providerId="AD" clId="Web-{554DACB5-9980-CBD9-3BF2-36054E54C6A7}" dt="2023-07-04T14:10:21.824" v="34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554DACB5-9980-CBD9-3BF2-36054E54C6A7}" dt="2023-07-04T14:09:33.007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54DACB5-9980-CBD9-3BF2-36054E54C6A7}" dt="2023-07-04T14:09:39.336" v="28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554DACB5-9980-CBD9-3BF2-36054E54C6A7}" dt="2023-07-04T14:08:42.956" v="0"/>
          <ac:picMkLst>
            <pc:docMk/>
            <pc:sldMk cId="0" sldId="256"/>
            <ac:picMk id="2" creationId="{0A7349A3-CAB3-4C2A-B71B-C433A497357E}"/>
          </ac:picMkLst>
        </pc:picChg>
        <pc:picChg chg="add mod">
          <ac:chgData name="MARIANA MATIAS MELENGATE" userId="S::mariana.melengate@csn.com.br::2ccf716e-76bf-4a28-9405-3486cc2f2957" providerId="AD" clId="Web-{554DACB5-9980-CBD9-3BF2-36054E54C6A7}" dt="2023-07-04T14:08:57.926" v="5" actId="1076"/>
          <ac:picMkLst>
            <pc:docMk/>
            <pc:sldMk cId="0" sldId="256"/>
            <ac:picMk id="4" creationId="{C3887A4B-871A-095B-A454-4FB59F5B998A}"/>
          </ac:picMkLst>
        </pc:picChg>
        <pc:picChg chg="del">
          <ac:chgData name="MARIANA MATIAS MELENGATE" userId="S::mariana.melengate@csn.com.br::2ccf716e-76bf-4a28-9405-3486cc2f2957" providerId="AD" clId="Web-{554DACB5-9980-CBD9-3BF2-36054E54C6A7}" dt="2023-07-04T14:09:39.476" v="29"/>
          <ac:picMkLst>
            <pc:docMk/>
            <pc:sldMk cId="0" sldId="256"/>
            <ac:picMk id="5" creationId="{FD29906E-934A-CF7A-79F7-927BC0947D87}"/>
          </ac:picMkLst>
        </pc:picChg>
        <pc:picChg chg="add mod">
          <ac:chgData name="MARIANA MATIAS MELENGATE" userId="S::mariana.melengate@csn.com.br::2ccf716e-76bf-4a28-9405-3486cc2f2957" providerId="AD" clId="Web-{554DACB5-9980-CBD9-3BF2-36054E54C6A7}" dt="2023-07-04T14:10:21.824" v="34" actId="1076"/>
          <ac:picMkLst>
            <pc:docMk/>
            <pc:sldMk cId="0" sldId="256"/>
            <ac:picMk id="6" creationId="{0F70CAC6-43DB-A9ED-7070-27E90F64E6FF}"/>
          </ac:picMkLst>
        </pc:picChg>
      </pc:sldChg>
    </pc:docChg>
  </pc:docChgLst>
  <pc:docChgLst>
    <pc:chgData name="MARIANA MATIAS MELENGATE" userId="S::mariana.melengate@csn.com.br::2ccf716e-76bf-4a28-9405-3486cc2f2957" providerId="AD" clId="Web-{E24A99D8-C263-4927-A0FC-DE3469F4DA8B}"/>
    <pc:docChg chg="modSld">
      <pc:chgData name="MARIANA MATIAS MELENGATE" userId="S::mariana.melengate@csn.com.br::2ccf716e-76bf-4a28-9405-3486cc2f2957" providerId="AD" clId="Web-{E24A99D8-C263-4927-A0FC-DE3469F4DA8B}" dt="2023-07-06T10:49:04.441" v="39" actId="1076"/>
      <pc:docMkLst>
        <pc:docMk/>
      </pc:docMkLst>
      <pc:sldChg chg="addSp delSp modSp">
        <pc:chgData name="MARIANA MATIAS MELENGATE" userId="S::mariana.melengate@csn.com.br::2ccf716e-76bf-4a28-9405-3486cc2f2957" providerId="AD" clId="Web-{E24A99D8-C263-4927-A0FC-DE3469F4DA8B}" dt="2023-07-06T10:49:04.441" v="3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E24A99D8-C263-4927-A0FC-DE3469F4DA8B}" dt="2023-07-06T10:48:51.097" v="3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24A99D8-C263-4927-A0FC-DE3469F4DA8B}" dt="2023-07-06T10:48:55.613" v="36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E24A99D8-C263-4927-A0FC-DE3469F4DA8B}" dt="2023-07-06T10:48:09.580" v="0"/>
          <ac:picMkLst>
            <pc:docMk/>
            <pc:sldMk cId="0" sldId="256"/>
            <ac:picMk id="4" creationId="{995028B4-AEFD-1B38-DC47-4E0335BB13E4}"/>
          </ac:picMkLst>
        </pc:picChg>
        <pc:picChg chg="del">
          <ac:chgData name="MARIANA MATIAS MELENGATE" userId="S::mariana.melengate@csn.com.br::2ccf716e-76bf-4a28-9405-3486cc2f2957" providerId="AD" clId="Web-{E24A99D8-C263-4927-A0FC-DE3469F4DA8B}" dt="2023-07-06T10:48:56.425" v="37"/>
          <ac:picMkLst>
            <pc:docMk/>
            <pc:sldMk cId="0" sldId="256"/>
            <ac:picMk id="6" creationId="{93F6E0E1-8B87-F5B3-DB72-E5B029D81F3E}"/>
          </ac:picMkLst>
        </pc:picChg>
        <pc:picChg chg="add mod">
          <ac:chgData name="MARIANA MATIAS MELENGATE" userId="S::mariana.melengate@csn.com.br::2ccf716e-76bf-4a28-9405-3486cc2f2957" providerId="AD" clId="Web-{E24A99D8-C263-4927-A0FC-DE3469F4DA8B}" dt="2023-07-06T10:48:17.534" v="3" actId="1076"/>
          <ac:picMkLst>
            <pc:docMk/>
            <pc:sldMk cId="0" sldId="256"/>
            <ac:picMk id="7" creationId="{0BBFEFED-A587-6AF6-DAC9-F1D7784E5214}"/>
          </ac:picMkLst>
        </pc:picChg>
        <pc:picChg chg="add mod">
          <ac:chgData name="MARIANA MATIAS MELENGATE" userId="S::mariana.melengate@csn.com.br::2ccf716e-76bf-4a28-9405-3486cc2f2957" providerId="AD" clId="Web-{E24A99D8-C263-4927-A0FC-DE3469F4DA8B}" dt="2023-07-06T10:49:04.441" v="39" actId="1076"/>
          <ac:picMkLst>
            <pc:docMk/>
            <pc:sldMk cId="0" sldId="256"/>
            <ac:picMk id="8" creationId="{D7F33147-E891-79B4-0699-B207FECBD1E1}"/>
          </ac:picMkLst>
        </pc:picChg>
      </pc:sldChg>
    </pc:docChg>
  </pc:docChgLst>
  <pc:docChgLst>
    <pc:chgData name="MARIANA MATIAS MELENGATE" userId="S::mariana.melengate@csn.com.br::2ccf716e-76bf-4a28-9405-3486cc2f2957" providerId="AD" clId="Web-{94CD3A98-A6CB-F75C-5069-8978385D71DA}"/>
    <pc:docChg chg="modSld">
      <pc:chgData name="MARIANA MATIAS MELENGATE" userId="S::mariana.melengate@csn.com.br::2ccf716e-76bf-4a28-9405-3486cc2f2957" providerId="AD" clId="Web-{94CD3A98-A6CB-F75C-5069-8978385D71DA}" dt="2023-06-07T16:22:40.317" v="2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94CD3A98-A6CB-F75C-5069-8978385D71DA}" dt="2023-06-07T16:22:40.317" v="25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94CD3A98-A6CB-F75C-5069-8978385D71DA}" dt="2023-06-07T16:22:40.317" v="25" actId="20577"/>
          <ac:spMkLst>
            <pc:docMk/>
            <pc:sldMk cId="0" sldId="256"/>
            <ac:spMk id="190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94CD3A98-A6CB-F75C-5069-8978385D71DA}" dt="2023-06-07T16:21:48.784" v="5" actId="1076"/>
          <ac:picMkLst>
            <pc:docMk/>
            <pc:sldMk cId="0" sldId="256"/>
            <ac:picMk id="2" creationId="{3DEF48ED-4ADB-9120-35ED-9AECA8511894}"/>
          </ac:picMkLst>
        </pc:picChg>
        <pc:picChg chg="del">
          <ac:chgData name="MARIANA MATIAS MELENGATE" userId="S::mariana.melengate@csn.com.br::2ccf716e-76bf-4a28-9405-3486cc2f2957" providerId="AD" clId="Web-{94CD3A98-A6CB-F75C-5069-8978385D71DA}" dt="2023-06-07T16:21:37.393" v="0"/>
          <ac:picMkLst>
            <pc:docMk/>
            <pc:sldMk cId="0" sldId="256"/>
            <ac:picMk id="6" creationId="{1292D187-04BC-7C49-826A-CB448AC33F63}"/>
          </ac:picMkLst>
        </pc:picChg>
      </pc:sldChg>
    </pc:docChg>
  </pc:docChgLst>
  <pc:docChgLst>
    <pc:chgData name="MARCELO JARDIM SOARES JUNIOR" userId="S::ccb5914@corp.csn.com.br::bc55f54c-67c1-4def-9c72-6702cba075ba" providerId="AD" clId="Web-{3A02ADC8-EDFE-C501-311C-0CA118C938F1}"/>
    <pc:docChg chg="modSld">
      <pc:chgData name="MARCELO JARDIM SOARES JUNIOR" userId="S::ccb5914@corp.csn.com.br::bc55f54c-67c1-4def-9c72-6702cba075ba" providerId="AD" clId="Web-{3A02ADC8-EDFE-C501-311C-0CA118C938F1}" dt="2024-08-26T11:38:23.111" v="30" actId="20577"/>
      <pc:docMkLst>
        <pc:docMk/>
      </pc:docMkLst>
      <pc:sldChg chg="addSp delSp modSp">
        <pc:chgData name="MARCELO JARDIM SOARES JUNIOR" userId="S::ccb5914@corp.csn.com.br::bc55f54c-67c1-4def-9c72-6702cba075ba" providerId="AD" clId="Web-{3A02ADC8-EDFE-C501-311C-0CA118C938F1}" dt="2024-08-26T11:38:23.111" v="30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3A02ADC8-EDFE-C501-311C-0CA118C938F1}" dt="2024-08-26T11:38:13.657" v="26" actId="20577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CELO JARDIM SOARES JUNIOR" userId="S::ccb5914@corp.csn.com.br::bc55f54c-67c1-4def-9c72-6702cba075ba" providerId="AD" clId="Web-{3A02ADC8-EDFE-C501-311C-0CA118C938F1}" dt="2024-08-26T11:37:59.563" v="18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3A02ADC8-EDFE-C501-311C-0CA118C938F1}" dt="2024-08-26T11:38:23.111" v="30" actId="20577"/>
          <ac:spMkLst>
            <pc:docMk/>
            <pc:sldMk cId="2928551198" sldId="263"/>
            <ac:spMk id="21" creationId="{15EB09F3-7AF2-A505-3872-CACB50B72911}"/>
          </ac:spMkLst>
        </pc:spChg>
        <pc:picChg chg="add mod">
          <ac:chgData name="MARCELO JARDIM SOARES JUNIOR" userId="S::ccb5914@corp.csn.com.br::bc55f54c-67c1-4def-9c72-6702cba075ba" providerId="AD" clId="Web-{3A02ADC8-EDFE-C501-311C-0CA118C938F1}" dt="2024-08-26T11:37:40.516" v="5" actId="1076"/>
          <ac:picMkLst>
            <pc:docMk/>
            <pc:sldMk cId="2928551198" sldId="263"/>
            <ac:picMk id="2" creationId="{077EF27A-4B78-A9A3-1F83-11069A149AE9}"/>
          </ac:picMkLst>
        </pc:picChg>
        <pc:picChg chg="del">
          <ac:chgData name="MARCELO JARDIM SOARES JUNIOR" userId="S::ccb5914@corp.csn.com.br::bc55f54c-67c1-4def-9c72-6702cba075ba" providerId="AD" clId="Web-{3A02ADC8-EDFE-C501-311C-0CA118C938F1}" dt="2024-08-26T11:37:27.797" v="0"/>
          <ac:picMkLst>
            <pc:docMk/>
            <pc:sldMk cId="2928551198" sldId="263"/>
            <ac:picMk id="5" creationId="{DB8D0742-EDB4-C9EE-975A-4FCB09FA41B7}"/>
          </ac:picMkLst>
        </pc:picChg>
        <pc:picChg chg="add mod">
          <ac:chgData name="MARCELO JARDIM SOARES JUNIOR" userId="S::ccb5914@corp.csn.com.br::bc55f54c-67c1-4def-9c72-6702cba075ba" providerId="AD" clId="Web-{3A02ADC8-EDFE-C501-311C-0CA118C938F1}" dt="2024-08-26T11:37:46.125" v="7" actId="1076"/>
          <ac:picMkLst>
            <pc:docMk/>
            <pc:sldMk cId="2928551198" sldId="263"/>
            <ac:picMk id="6" creationId="{1256BE13-F472-603E-B4F5-E15C49623589}"/>
          </ac:picMkLst>
        </pc:picChg>
        <pc:picChg chg="del">
          <ac:chgData name="MARCELO JARDIM SOARES JUNIOR" userId="S::ccb5914@corp.csn.com.br::bc55f54c-67c1-4def-9c72-6702cba075ba" providerId="AD" clId="Web-{3A02ADC8-EDFE-C501-311C-0CA118C938F1}" dt="2024-08-26T11:37:30.031" v="1"/>
          <ac:picMkLst>
            <pc:docMk/>
            <pc:sldMk cId="2928551198" sldId="263"/>
            <ac:picMk id="10" creationId="{04889C27-8194-EC80-9DF9-4DE170C58874}"/>
          </ac:picMkLst>
        </pc:picChg>
      </pc:sldChg>
    </pc:docChg>
  </pc:docChgLst>
  <pc:docChgLst>
    <pc:chgData name="MARIANA MATIAS MELENGATE" userId="S::mariana.melengate@csn.com.br::2ccf716e-76bf-4a28-9405-3486cc2f2957" providerId="AD" clId="Web-{8D5043B0-84BF-6C19-2C0C-3162C85C6523}"/>
    <pc:docChg chg="modSld">
      <pc:chgData name="MARIANA MATIAS MELENGATE" userId="S::mariana.melengate@csn.com.br::2ccf716e-76bf-4a28-9405-3486cc2f2957" providerId="AD" clId="Web-{8D5043B0-84BF-6C19-2C0C-3162C85C6523}" dt="2023-03-08T12:07:54.751" v="39" actId="1076"/>
      <pc:docMkLst>
        <pc:docMk/>
      </pc:docMkLst>
      <pc:sldChg chg="addSp delSp modSp">
        <pc:chgData name="MARIANA MATIAS MELENGATE" userId="S::mariana.melengate@csn.com.br::2ccf716e-76bf-4a28-9405-3486cc2f2957" providerId="AD" clId="Web-{8D5043B0-84BF-6C19-2C0C-3162C85C6523}" dt="2023-03-08T12:07:54.751" v="3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8D5043B0-84BF-6C19-2C0C-3162C85C6523}" dt="2023-03-08T12:07:43.251" v="3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D5043B0-84BF-6C19-2C0C-3162C85C6523}" dt="2023-03-08T12:07:47.579" v="36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D5043B0-84BF-6C19-2C0C-3162C85C6523}" dt="2023-03-08T12:07:06.656" v="6" actId="1076"/>
          <ac:picMkLst>
            <pc:docMk/>
            <pc:sldMk cId="0" sldId="256"/>
            <ac:picMk id="2" creationId="{1076E64A-E689-378B-84CA-2E29D479B17E}"/>
          </ac:picMkLst>
        </pc:picChg>
        <pc:picChg chg="del">
          <ac:chgData name="MARIANA MATIAS MELENGATE" userId="S::mariana.melengate@csn.com.br::2ccf716e-76bf-4a28-9405-3486cc2f2957" providerId="AD" clId="Web-{8D5043B0-84BF-6C19-2C0C-3162C85C6523}" dt="2023-03-08T12:06:53.296" v="0"/>
          <ac:picMkLst>
            <pc:docMk/>
            <pc:sldMk cId="0" sldId="256"/>
            <ac:picMk id="4" creationId="{9692BB2A-A488-B87E-6115-0920CDD158B6}"/>
          </ac:picMkLst>
        </pc:picChg>
        <pc:picChg chg="del">
          <ac:chgData name="MARIANA MATIAS MELENGATE" userId="S::mariana.melengate@csn.com.br::2ccf716e-76bf-4a28-9405-3486cc2f2957" providerId="AD" clId="Web-{8D5043B0-84BF-6C19-2C0C-3162C85C6523}" dt="2023-03-08T12:07:51.798" v="38"/>
          <ac:picMkLst>
            <pc:docMk/>
            <pc:sldMk cId="0" sldId="256"/>
            <ac:picMk id="6" creationId="{3BC9E24F-CCF2-38E6-2282-B896A73F6B9F}"/>
          </ac:picMkLst>
        </pc:picChg>
        <pc:picChg chg="add mod">
          <ac:chgData name="MARIANA MATIAS MELENGATE" userId="S::mariana.melengate@csn.com.br::2ccf716e-76bf-4a28-9405-3486cc2f2957" providerId="AD" clId="Web-{8D5043B0-84BF-6C19-2C0C-3162C85C6523}" dt="2023-03-08T12:07:54.751" v="39" actId="1076"/>
          <ac:picMkLst>
            <pc:docMk/>
            <pc:sldMk cId="0" sldId="256"/>
            <ac:picMk id="7" creationId="{FCA0021F-2F85-299C-6B68-07838676A8F5}"/>
          </ac:picMkLst>
        </pc:picChg>
      </pc:sldChg>
    </pc:docChg>
  </pc:docChgLst>
  <pc:docChgLst>
    <pc:chgData name="MARIANA MATIAS MELENGATE" userId="S::mariana.melengate@csn.com.br::2ccf716e-76bf-4a28-9405-3486cc2f2957" providerId="AD" clId="Web-{584D69A9-974A-380F-8BD0-703A3CEBE2BD}"/>
    <pc:docChg chg="modSld">
      <pc:chgData name="MARIANA MATIAS MELENGATE" userId="S::mariana.melengate@csn.com.br::2ccf716e-76bf-4a28-9405-3486cc2f2957" providerId="AD" clId="Web-{584D69A9-974A-380F-8BD0-703A3CEBE2BD}" dt="2023-06-19T12:09:28.767" v="56" actId="1076"/>
      <pc:docMkLst>
        <pc:docMk/>
      </pc:docMkLst>
      <pc:sldChg chg="addSp delSp modSp">
        <pc:chgData name="MARIANA MATIAS MELENGATE" userId="S::mariana.melengate@csn.com.br::2ccf716e-76bf-4a28-9405-3486cc2f2957" providerId="AD" clId="Web-{584D69A9-974A-380F-8BD0-703A3CEBE2BD}" dt="2023-06-19T12:09:28.767" v="56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584D69A9-974A-380F-8BD0-703A3CEBE2BD}" dt="2023-06-19T12:08:31.687" v="3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84D69A9-974A-380F-8BD0-703A3CEBE2BD}" dt="2023-06-19T12:08:52.516" v="33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84D69A9-974A-380F-8BD0-703A3CEBE2BD}" dt="2023-06-19T12:09:18.564" v="51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84D69A9-974A-380F-8BD0-703A3CEBE2BD}" dt="2023-06-19T12:09:22.548" v="53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584D69A9-974A-380F-8BD0-703A3CEBE2BD}" dt="2023-06-19T12:07:59.967" v="4" actId="14100"/>
          <ac:picMkLst>
            <pc:docMk/>
            <pc:sldMk cId="0" sldId="256"/>
            <ac:picMk id="2" creationId="{29BB2DC7-0474-1CC8-3E21-4BAB8206992D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7:51.092" v="0"/>
          <ac:picMkLst>
            <pc:docMk/>
            <pc:sldMk cId="0" sldId="256"/>
            <ac:picMk id="4" creationId="{9DD00501-6BD3-D2D1-86FD-B5B1D8589B5B}"/>
          </ac:picMkLst>
        </pc:picChg>
        <pc:picChg chg="add mod">
          <ac:chgData name="MARIANA MATIAS MELENGATE" userId="S::mariana.melengate@csn.com.br::2ccf716e-76bf-4a28-9405-3486cc2f2957" providerId="AD" clId="Web-{584D69A9-974A-380F-8BD0-703A3CEBE2BD}" dt="2023-06-19T12:08:08.702" v="7" actId="1076"/>
          <ac:picMkLst>
            <pc:docMk/>
            <pc:sldMk cId="0" sldId="256"/>
            <ac:picMk id="5" creationId="{8D28BA15-917A-9758-C79E-C61FA8206746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8:05.358" v="6"/>
          <ac:picMkLst>
            <pc:docMk/>
            <pc:sldMk cId="0" sldId="256"/>
            <ac:picMk id="6" creationId="{6B58ED48-EAA2-9F25-A965-7CB8857B5FC6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8:53.578" v="34"/>
          <ac:picMkLst>
            <pc:docMk/>
            <pc:sldMk cId="0" sldId="256"/>
            <ac:picMk id="7" creationId="{38BF18FD-D2AE-202C-97DD-337C3D9D4DAB}"/>
          </ac:picMkLst>
        </pc:picChg>
        <pc:picChg chg="add mod">
          <ac:chgData name="MARIANA MATIAS MELENGATE" userId="S::mariana.melengate@csn.com.br::2ccf716e-76bf-4a28-9405-3486cc2f2957" providerId="AD" clId="Web-{584D69A9-974A-380F-8BD0-703A3CEBE2BD}" dt="2023-06-19T12:09:00.719" v="37" actId="1076"/>
          <ac:picMkLst>
            <pc:docMk/>
            <pc:sldMk cId="0" sldId="256"/>
            <ac:picMk id="8" creationId="{741041B9-A73A-071C-8BFD-4CE568D1E100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9:26.158" v="55"/>
          <ac:picMkLst>
            <pc:docMk/>
            <pc:sldMk cId="0" sldId="256"/>
            <ac:picMk id="9" creationId="{801AF236-1C85-56AF-1BF3-967F4AC707C7}"/>
          </ac:picMkLst>
        </pc:picChg>
        <pc:picChg chg="add mod">
          <ac:chgData name="MARIANA MATIAS MELENGATE" userId="S::mariana.melengate@csn.com.br::2ccf716e-76bf-4a28-9405-3486cc2f2957" providerId="AD" clId="Web-{584D69A9-974A-380F-8BD0-703A3CEBE2BD}" dt="2023-06-19T12:09:28.767" v="56" actId="1076"/>
          <ac:picMkLst>
            <pc:docMk/>
            <pc:sldMk cId="0" sldId="256"/>
            <ac:picMk id="10" creationId="{84A9A86C-4081-FCE0-87E3-BAEFA0E3184E}"/>
          </ac:picMkLst>
        </pc:picChg>
      </pc:sldChg>
    </pc:docChg>
  </pc:docChgLst>
  <pc:docChgLst>
    <pc:chgData name="MARIANA MATIAS MELENGATE" userId="S::mariana.melengate@csn.com.br::2ccf716e-76bf-4a28-9405-3486cc2f2957" providerId="AD" clId="Web-{887A3DF5-F9FE-FFB3-83BD-6FA6D3AA5196}"/>
    <pc:docChg chg="modSld">
      <pc:chgData name="MARIANA MATIAS MELENGATE" userId="S::mariana.melengate@csn.com.br::2ccf716e-76bf-4a28-9405-3486cc2f2957" providerId="AD" clId="Web-{887A3DF5-F9FE-FFB3-83BD-6FA6D3AA5196}" dt="2024-04-16T19:06:21.421" v="1"/>
      <pc:docMkLst>
        <pc:docMk/>
      </pc:docMkLst>
      <pc:sldChg chg="addSp delSp modSp">
        <pc:chgData name="MARIANA MATIAS MELENGATE" userId="S::mariana.melengate@csn.com.br::2ccf716e-76bf-4a28-9405-3486cc2f2957" providerId="AD" clId="Web-{887A3DF5-F9FE-FFB3-83BD-6FA6D3AA5196}" dt="2024-04-16T19:06:21.421" v="1"/>
        <pc:sldMkLst>
          <pc:docMk/>
          <pc:sldMk cId="3855834659" sldId="270"/>
        </pc:sldMkLst>
        <pc:picChg chg="add mod">
          <ac:chgData name="MARIANA MATIAS MELENGATE" userId="S::mariana.melengate@csn.com.br::2ccf716e-76bf-4a28-9405-3486cc2f2957" providerId="AD" clId="Web-{887A3DF5-F9FE-FFB3-83BD-6FA6D3AA5196}" dt="2024-04-16T19:06:21.421" v="1"/>
          <ac:picMkLst>
            <pc:docMk/>
            <pc:sldMk cId="3855834659" sldId="270"/>
            <ac:picMk id="2" creationId="{CD6B55C5-6C0C-6390-4FEC-5E639A472EF4}"/>
          </ac:picMkLst>
        </pc:picChg>
        <pc:picChg chg="del">
          <ac:chgData name="MARIANA MATIAS MELENGATE" userId="S::mariana.melengate@csn.com.br::2ccf716e-76bf-4a28-9405-3486cc2f2957" providerId="AD" clId="Web-{887A3DF5-F9FE-FFB3-83BD-6FA6D3AA5196}" dt="2024-04-16T19:06:12.468" v="0"/>
          <ac:picMkLst>
            <pc:docMk/>
            <pc:sldMk cId="3855834659" sldId="270"/>
            <ac:picMk id="6" creationId="{8A4891DE-2CD3-F6DA-78C4-C116030F2072}"/>
          </ac:picMkLst>
        </pc:picChg>
      </pc:sldChg>
    </pc:docChg>
  </pc:docChgLst>
  <pc:docChgLst>
    <pc:chgData name="MARIANA MATIAS MELENGATE" userId="S::mariana.melengate@csn.com.br::2ccf716e-76bf-4a28-9405-3486cc2f2957" providerId="AD" clId="Web-{0AB0EB21-5CC9-528C-B4DD-5B1C47BD2926}"/>
    <pc:docChg chg="modSld">
      <pc:chgData name="MARIANA MATIAS MELENGATE" userId="S::mariana.melengate@csn.com.br::2ccf716e-76bf-4a28-9405-3486cc2f2957" providerId="AD" clId="Web-{0AB0EB21-5CC9-528C-B4DD-5B1C47BD2926}" dt="2023-11-13T13:05:05.741" v="2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0AB0EB21-5CC9-528C-B4DD-5B1C47BD2926}" dt="2023-11-13T13:05:05.741" v="2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0AB0EB21-5CC9-528C-B4DD-5B1C47BD2926}" dt="2023-11-13T13:04:25.443" v="1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AB0EB21-5CC9-528C-B4DD-5B1C47BD2926}" dt="2023-11-13T13:04:58.741" v="2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AB0EB21-5CC9-528C-B4DD-5B1C47BD2926}" dt="2023-11-13T13:05:05.741" v="29" actId="20577"/>
          <ac:spMkLst>
            <pc:docMk/>
            <pc:sldMk cId="0" sldId="256"/>
            <ac:spMk id="192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0AB0EB21-5CC9-528C-B4DD-5B1C47BD2926}" dt="2023-11-13T13:04:12.083" v="5" actId="1076"/>
          <ac:picMkLst>
            <pc:docMk/>
            <pc:sldMk cId="0" sldId="256"/>
            <ac:picMk id="2" creationId="{34DEBD96-4AB6-AC59-FE9B-73AF5A94FC34}"/>
          </ac:picMkLst>
        </pc:picChg>
        <pc:picChg chg="add mod">
          <ac:chgData name="MARIANA MATIAS MELENGATE" userId="S::mariana.melengate@csn.com.br::2ccf716e-76bf-4a28-9405-3486cc2f2957" providerId="AD" clId="Web-{0AB0EB21-5CC9-528C-B4DD-5B1C47BD2926}" dt="2023-11-13T13:04:36.959" v="22" actId="1076"/>
          <ac:picMkLst>
            <pc:docMk/>
            <pc:sldMk cId="0" sldId="256"/>
            <ac:picMk id="4" creationId="{2358B8A4-8BEB-7D55-8A7D-31F0D104D6F6}"/>
          </ac:picMkLst>
        </pc:picChg>
        <pc:picChg chg="del">
          <ac:chgData name="MARIANA MATIAS MELENGATE" userId="S::mariana.melengate@csn.com.br::2ccf716e-76bf-4a28-9405-3486cc2f2957" providerId="AD" clId="Web-{0AB0EB21-5CC9-528C-B4DD-5B1C47BD2926}" dt="2023-11-13T13:03:55.520" v="0"/>
          <ac:picMkLst>
            <pc:docMk/>
            <pc:sldMk cId="0" sldId="256"/>
            <ac:picMk id="5" creationId="{5F95B0C9-5190-0AC1-1898-5CCDF9A96FEA}"/>
          </ac:picMkLst>
        </pc:picChg>
        <pc:picChg chg="del">
          <ac:chgData name="MARIANA MATIAS MELENGATE" userId="S::mariana.melengate@csn.com.br::2ccf716e-76bf-4a28-9405-3486cc2f2957" providerId="AD" clId="Web-{0AB0EB21-5CC9-528C-B4DD-5B1C47BD2926}" dt="2023-11-13T13:04:28.865" v="18"/>
          <ac:picMkLst>
            <pc:docMk/>
            <pc:sldMk cId="0" sldId="256"/>
            <ac:picMk id="6" creationId="{6DAF63AB-79A8-750E-2310-1F0BCC6EB542}"/>
          </ac:picMkLst>
        </pc:picChg>
        <pc:picChg chg="add mod">
          <ac:chgData name="MARIANA MATIAS MELENGATE" userId="S::mariana.melengate@csn.com.br::2ccf716e-76bf-4a28-9405-3486cc2f2957" providerId="AD" clId="Web-{0AB0EB21-5CC9-528C-B4DD-5B1C47BD2926}" dt="2023-11-13T13:04:49.772" v="25" actId="1076"/>
          <ac:picMkLst>
            <pc:docMk/>
            <pc:sldMk cId="0" sldId="256"/>
            <ac:picMk id="7" creationId="{FC79E019-BC9C-DF79-DDAF-3FC0AC892860}"/>
          </ac:picMkLst>
        </pc:picChg>
        <pc:picChg chg="del">
          <ac:chgData name="MARIANA MATIAS MELENGATE" userId="S::mariana.melengate@csn.com.br::2ccf716e-76bf-4a28-9405-3486cc2f2957" providerId="AD" clId="Web-{0AB0EB21-5CC9-528C-B4DD-5B1C47BD2926}" dt="2023-11-13T13:04:39.053" v="23"/>
          <ac:picMkLst>
            <pc:docMk/>
            <pc:sldMk cId="0" sldId="256"/>
            <ac:picMk id="9" creationId="{74B12589-FB0D-392A-DE91-A4745BE8E714}"/>
          </ac:picMkLst>
        </pc:picChg>
      </pc:sldChg>
    </pc:docChg>
  </pc:docChgLst>
  <pc:docChgLst>
    <pc:chgData name="MARCELO JARDIM SOARES JUNIOR" userId="S::ccb5914@corp.csn.com.br::bc55f54c-67c1-4def-9c72-6702cba075ba" providerId="AD" clId="Web-{419B6984-AFDA-6613-509C-DC20B730D1D8}"/>
    <pc:docChg chg="modSld">
      <pc:chgData name="MARCELO JARDIM SOARES JUNIOR" userId="S::ccb5914@corp.csn.com.br::bc55f54c-67c1-4def-9c72-6702cba075ba" providerId="AD" clId="Web-{419B6984-AFDA-6613-509C-DC20B730D1D8}" dt="2024-08-14T16:24:07.709" v="131" actId="20577"/>
      <pc:docMkLst>
        <pc:docMk/>
      </pc:docMkLst>
      <pc:sldChg chg="addSp delSp modSp">
        <pc:chgData name="MARCELO JARDIM SOARES JUNIOR" userId="S::ccb5914@corp.csn.com.br::bc55f54c-67c1-4def-9c72-6702cba075ba" providerId="AD" clId="Web-{419B6984-AFDA-6613-509C-DC20B730D1D8}" dt="2024-08-14T13:29:43.371" v="52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419B6984-AFDA-6613-509C-DC20B730D1D8}" dt="2024-08-14T13:29:43.371" v="52" actId="20577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3:16:05.304" v="3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3:16:08.476" v="35" actId="20577"/>
          <ac:spMkLst>
            <pc:docMk/>
            <pc:sldMk cId="2928551198" sldId="263"/>
            <ac:spMk id="21" creationId="{15EB09F3-7AF2-A505-3872-CACB50B72911}"/>
          </ac:spMkLst>
        </pc:spChg>
        <pc:picChg chg="del">
          <ac:chgData name="MARCELO JARDIM SOARES JUNIOR" userId="S::ccb5914@corp.csn.com.br::bc55f54c-67c1-4def-9c72-6702cba075ba" providerId="AD" clId="Web-{419B6984-AFDA-6613-509C-DC20B730D1D8}" dt="2024-08-14T13:13:23.128" v="0"/>
          <ac:picMkLst>
            <pc:docMk/>
            <pc:sldMk cId="2928551198" sldId="263"/>
            <ac:picMk id="2" creationId="{88808199-4143-5007-85D1-1B1F5CD26BF6}"/>
          </ac:picMkLst>
        </pc:picChg>
        <pc:picChg chg="add mod modCrop">
          <ac:chgData name="MARCELO JARDIM SOARES JUNIOR" userId="S::ccb5914@corp.csn.com.br::bc55f54c-67c1-4def-9c72-6702cba075ba" providerId="AD" clId="Web-{419B6984-AFDA-6613-509C-DC20B730D1D8}" dt="2024-08-14T13:15:37.241" v="17" actId="14100"/>
          <ac:picMkLst>
            <pc:docMk/>
            <pc:sldMk cId="2928551198" sldId="263"/>
            <ac:picMk id="5" creationId="{1F061B74-71F5-A3E4-ADB5-C263D21AC80D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3:16:13.570" v="37" actId="1076"/>
          <ac:picMkLst>
            <pc:docMk/>
            <pc:sldMk cId="2928551198" sldId="263"/>
            <ac:picMk id="6" creationId="{F59BC7C4-97C9-0B51-8604-79663E0F578E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26:23.038" v="49"/>
          <ac:picMkLst>
            <pc:docMk/>
            <pc:sldMk cId="2928551198" sldId="263"/>
            <ac:picMk id="7" creationId="{61F775D1-C2D9-5682-6879-726A76217553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13:25.284" v="1"/>
          <ac:picMkLst>
            <pc:docMk/>
            <pc:sldMk cId="2928551198" sldId="263"/>
            <ac:picMk id="10" creationId="{A738B490-82C1-3DCD-CC40-B65C3E170D15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3:29:34.449" v="51" actId="1076"/>
          <ac:picMkLst>
            <pc:docMk/>
            <pc:sldMk cId="2928551198" sldId="263"/>
            <ac:picMk id="11" creationId="{B8DACFBC-E4F6-4CED-A8EC-316CB9C6AD51}"/>
          </ac:picMkLst>
        </pc:picChg>
      </pc:sldChg>
      <pc:sldChg chg="addSp delSp modSp">
        <pc:chgData name="MARCELO JARDIM SOARES JUNIOR" userId="S::ccb5914@corp.csn.com.br::bc55f54c-67c1-4def-9c72-6702cba075ba" providerId="AD" clId="Web-{419B6984-AFDA-6613-509C-DC20B730D1D8}" dt="2024-08-14T16:24:07.709" v="131" actId="20577"/>
        <pc:sldMkLst>
          <pc:docMk/>
          <pc:sldMk cId="3855834659" sldId="270"/>
        </pc:sldMkLst>
        <pc:spChg chg="mod">
          <ac:chgData name="MARCELO JARDIM SOARES JUNIOR" userId="S::ccb5914@corp.csn.com.br::bc55f54c-67c1-4def-9c72-6702cba075ba" providerId="AD" clId="Web-{419B6984-AFDA-6613-509C-DC20B730D1D8}" dt="2024-08-14T16:24:02.974" v="128" actId="20577"/>
          <ac:spMkLst>
            <pc:docMk/>
            <pc:sldMk cId="3855834659" sldId="270"/>
            <ac:spMk id="12" creationId="{5E8474D0-B312-6118-0DE2-AF2C22E86B1E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6:24:06.318" v="130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6:24:07.709" v="131" actId="20577"/>
          <ac:spMkLst>
            <pc:docMk/>
            <pc:sldMk cId="3855834659" sldId="270"/>
            <ac:spMk id="16" creationId="{DFA2CB68-9611-18E7-4CAD-7CE59C266CD4}"/>
          </ac:spMkLst>
        </pc:spChg>
        <pc:spChg chg="add mod">
          <ac:chgData name="MARCELO JARDIM SOARES JUNIOR" userId="S::ccb5914@corp.csn.com.br::bc55f54c-67c1-4def-9c72-6702cba075ba" providerId="AD" clId="Web-{419B6984-AFDA-6613-509C-DC20B730D1D8}" dt="2024-08-14T13:41:47.443" v="87" actId="1076"/>
          <ac:spMkLst>
            <pc:docMk/>
            <pc:sldMk cId="3855834659" sldId="270"/>
            <ac:spMk id="22" creationId="{2AD5DD1B-369E-F6A2-B849-63076E37A966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6:23:55.161" v="127" actId="20577"/>
          <ac:spMkLst>
            <pc:docMk/>
            <pc:sldMk cId="3855834659" sldId="270"/>
            <ac:spMk id="190" creationId="{A62E69E9-13E5-80B6-732E-5CCB2CE7C6F6}"/>
          </ac:spMkLst>
        </pc:spChg>
        <pc:picChg chg="add mod modCrop">
          <ac:chgData name="MARCELO JARDIM SOARES JUNIOR" userId="S::ccb5914@corp.csn.com.br::bc55f54c-67c1-4def-9c72-6702cba075ba" providerId="AD" clId="Web-{419B6984-AFDA-6613-509C-DC20B730D1D8}" dt="2024-08-14T16:23:12.206" v="108" actId="1076"/>
          <ac:picMkLst>
            <pc:docMk/>
            <pc:sldMk cId="3855834659" sldId="270"/>
            <ac:picMk id="2" creationId="{1526094F-6577-6B85-35F2-2ABECD26E382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16:25.179" v="39"/>
          <ac:picMkLst>
            <pc:docMk/>
            <pc:sldMk cId="3855834659" sldId="270"/>
            <ac:picMk id="6" creationId="{E242261A-C29C-74D0-853B-6F937FFCC3D7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6:23:18.941" v="110" actId="1076"/>
          <ac:picMkLst>
            <pc:docMk/>
            <pc:sldMk cId="3855834659" sldId="270"/>
            <ac:picMk id="6" creationId="{F3F677C7-5844-959C-5427-D8153E2CAD20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6:23:23.707" v="112" actId="1076"/>
          <ac:picMkLst>
            <pc:docMk/>
            <pc:sldMk cId="3855834659" sldId="270"/>
            <ac:picMk id="9" creationId="{06B001F6-6120-1DE2-6F01-C9A75ABE690D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3:36:42.795" v="53"/>
          <ac:picMkLst>
            <pc:docMk/>
            <pc:sldMk cId="3855834659" sldId="270"/>
            <ac:picMk id="9" creationId="{A5F0DC0A-3687-4C44-8E5C-0A6FB67D8FAA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16:25.179" v="38"/>
          <ac:picMkLst>
            <pc:docMk/>
            <pc:sldMk cId="3855834659" sldId="270"/>
            <ac:picMk id="11" creationId="{010A3E3C-7106-5F01-5DE0-E5A9510BEA8E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6:23:30.817" v="114" actId="1076"/>
          <ac:picMkLst>
            <pc:docMk/>
            <pc:sldMk cId="3855834659" sldId="270"/>
            <ac:picMk id="11" creationId="{501D4396-DF98-CA5E-9907-43129D572619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36:50.014" v="55"/>
          <ac:picMkLst>
            <pc:docMk/>
            <pc:sldMk cId="3855834659" sldId="270"/>
            <ac:picMk id="13" creationId="{A3EEA62F-8D20-2087-5767-A5B959DB4A07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36:51.874" v="56"/>
          <ac:picMkLst>
            <pc:docMk/>
            <pc:sldMk cId="3855834659" sldId="270"/>
            <ac:picMk id="17" creationId="{0BD4388E-DF91-C9D5-BF1C-D1220E3F3FDE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3:36:44.342" v="54"/>
          <ac:picMkLst>
            <pc:docMk/>
            <pc:sldMk cId="3855834659" sldId="270"/>
            <ac:picMk id="18" creationId="{6F490E5A-7448-45E5-0880-F2BA9FA4C9EB}"/>
          </ac:picMkLst>
        </pc:picChg>
        <pc:picChg chg="add del mod modCrop">
          <ac:chgData name="MARCELO JARDIM SOARES JUNIOR" userId="S::ccb5914@corp.csn.com.br::bc55f54c-67c1-4def-9c72-6702cba075ba" providerId="AD" clId="Web-{419B6984-AFDA-6613-509C-DC20B730D1D8}" dt="2024-08-14T16:22:30.720" v="95"/>
          <ac:picMkLst>
            <pc:docMk/>
            <pc:sldMk cId="3855834659" sldId="270"/>
            <ac:picMk id="19" creationId="{F8DAE47D-BCC6-79A5-FB04-EBEB410C2922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6:22:32.799" v="96"/>
          <ac:picMkLst>
            <pc:docMk/>
            <pc:sldMk cId="3855834659" sldId="270"/>
            <ac:picMk id="20" creationId="{F82B634E-B304-54FD-3EDE-EA45C25920E7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6:22:36.439" v="98"/>
          <ac:picMkLst>
            <pc:docMk/>
            <pc:sldMk cId="3855834659" sldId="270"/>
            <ac:picMk id="21" creationId="{560364BB-9C96-6378-3AAA-D1CA8BD0DDA5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6:22:34.580" v="97"/>
          <ac:picMkLst>
            <pc:docMk/>
            <pc:sldMk cId="3855834659" sldId="270"/>
            <ac:picMk id="23" creationId="{BEC05389-87FA-0A23-83B3-55E1277059A6}"/>
          </ac:picMkLst>
        </pc:picChg>
      </pc:sldChg>
    </pc:docChg>
  </pc:docChgLst>
  <pc:docChgLst>
    <pc:chgData name="MARIANA MATIAS MELENGATE" userId="S::mariana.melengate@csn.com.br::2ccf716e-76bf-4a28-9405-3486cc2f2957" providerId="AD" clId="Web-{FDA96930-2E6E-4039-0DB7-606719FF9A4D}"/>
    <pc:docChg chg="modSld">
      <pc:chgData name="MARIANA MATIAS MELENGATE" userId="S::mariana.melengate@csn.com.br::2ccf716e-76bf-4a28-9405-3486cc2f2957" providerId="AD" clId="Web-{FDA96930-2E6E-4039-0DB7-606719FF9A4D}" dt="2023-06-19T13:01:02.476" v="2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DA96930-2E6E-4039-0DB7-606719FF9A4D}" dt="2023-06-19T13:01:02.476" v="2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DA96930-2E6E-4039-0DB7-606719FF9A4D}" dt="2023-06-19T13:00:58.398" v="2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DA96930-2E6E-4039-0DB7-606719FF9A4D}" dt="2023-06-19T13:01:02.476" v="27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DA96930-2E6E-4039-0DB7-606719FF9A4D}" dt="2023-06-19T12:59:09.688" v="0"/>
          <ac:picMkLst>
            <pc:docMk/>
            <pc:sldMk cId="0" sldId="256"/>
            <ac:picMk id="2" creationId="{29BB2DC7-0474-1CC8-3E21-4BAB8206992D}"/>
          </ac:picMkLst>
        </pc:picChg>
        <pc:picChg chg="add mod">
          <ac:chgData name="MARIANA MATIAS MELENGATE" userId="S::mariana.melengate@csn.com.br::2ccf716e-76bf-4a28-9405-3486cc2f2957" providerId="AD" clId="Web-{FDA96930-2E6E-4039-0DB7-606719FF9A4D}" dt="2023-06-19T12:59:59.394" v="18" actId="1076"/>
          <ac:picMkLst>
            <pc:docMk/>
            <pc:sldMk cId="0" sldId="256"/>
            <ac:picMk id="4" creationId="{F6EB6211-1846-6F0C-5FBC-14B76C8C6E88}"/>
          </ac:picMkLst>
        </pc:picChg>
        <pc:picChg chg="del">
          <ac:chgData name="MARIANA MATIAS MELENGATE" userId="S::mariana.melengate@csn.com.br::2ccf716e-76bf-4a28-9405-3486cc2f2957" providerId="AD" clId="Web-{FDA96930-2E6E-4039-0DB7-606719FF9A4D}" dt="2023-06-19T12:59:50.191" v="17"/>
          <ac:picMkLst>
            <pc:docMk/>
            <pc:sldMk cId="0" sldId="256"/>
            <ac:picMk id="5" creationId="{8D28BA15-917A-9758-C79E-C61FA8206746}"/>
          </ac:picMkLst>
        </pc:picChg>
        <pc:picChg chg="add mod">
          <ac:chgData name="MARIANA MATIAS MELENGATE" userId="S::mariana.melengate@csn.com.br::2ccf716e-76bf-4a28-9405-3486cc2f2957" providerId="AD" clId="Web-{FDA96930-2E6E-4039-0DB7-606719FF9A4D}" dt="2023-06-19T13:00:20.036" v="21" actId="1076"/>
          <ac:picMkLst>
            <pc:docMk/>
            <pc:sldMk cId="0" sldId="256"/>
            <ac:picMk id="6" creationId="{02E8BC50-C2EA-311F-3F3A-9A944DDD9C52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C86C74DB-CEC9-EAC5-F143-03F24F33DAA2}"/>
    <pc:docChg chg="modSld">
      <pc:chgData name="MARCELO JARDIM SOARES JUNIOR" userId="S::marcelo.junior.mj1@csn.com.br::e084be25-f1b7-44aa-a097-a73ec2417b13" providerId="AD" clId="Web-{C86C74DB-CEC9-EAC5-F143-03F24F33DAA2}" dt="2023-09-18T11:49:57.713" v="111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C86C74DB-CEC9-EAC5-F143-03F24F33DAA2}" dt="2023-09-18T11:49:57.713" v="111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C86C74DB-CEC9-EAC5-F143-03F24F33DAA2}" dt="2023-09-18T11:49:49.681" v="10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C86C74DB-CEC9-EAC5-F143-03F24F33DAA2}" dt="2023-09-18T11:49:57.713" v="111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C86C74DB-CEC9-EAC5-F143-03F24F33DAA2}" dt="2023-09-18T11:48:13.944" v="39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C86C74DB-CEC9-EAC5-F143-03F24F33DAA2}" dt="2023-09-18T11:49:12.196" v="88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CELO JARDIM SOARES JUNIOR" userId="S::marcelo.junior.mj1@csn.com.br::e084be25-f1b7-44aa-a097-a73ec2417b13" providerId="AD" clId="Web-{C86C74DB-CEC9-EAC5-F143-03F24F33DAA2}" dt="2023-09-18T11:45:20.001" v="9" actId="1076"/>
          <ac:picMkLst>
            <pc:docMk/>
            <pc:sldMk cId="0" sldId="256"/>
            <ac:picMk id="2" creationId="{DF9AE947-3D0F-E14C-5A45-098953353B5C}"/>
          </ac:picMkLst>
        </pc:picChg>
        <pc:picChg chg="add mod">
          <ac:chgData name="MARCELO JARDIM SOARES JUNIOR" userId="S::marcelo.junior.mj1@csn.com.br::e084be25-f1b7-44aa-a097-a73ec2417b13" providerId="AD" clId="Web-{C86C74DB-CEC9-EAC5-F143-03F24F33DAA2}" dt="2023-09-18T11:45:25.970" v="11" actId="1076"/>
          <ac:picMkLst>
            <pc:docMk/>
            <pc:sldMk cId="0" sldId="256"/>
            <ac:picMk id="4" creationId="{89B26F92-4524-D8D8-8053-1676A642AA12}"/>
          </ac:picMkLst>
        </pc:picChg>
        <pc:picChg chg="add mod">
          <ac:chgData name="MARCELO JARDIM SOARES JUNIOR" userId="S::marcelo.junior.mj1@csn.com.br::e084be25-f1b7-44aa-a097-a73ec2417b13" providerId="AD" clId="Web-{C86C74DB-CEC9-EAC5-F143-03F24F33DAA2}" dt="2023-09-18T11:47:13.489" v="18" actId="1076"/>
          <ac:picMkLst>
            <pc:docMk/>
            <pc:sldMk cId="0" sldId="256"/>
            <ac:picMk id="5" creationId="{A7DEFD74-4B99-0139-1CE3-F4D36C0D737E}"/>
          </ac:picMkLst>
        </pc:picChg>
        <pc:picChg chg="add mod">
          <ac:chgData name="MARCELO JARDIM SOARES JUNIOR" userId="S::marcelo.junior.mj1@csn.com.br::e084be25-f1b7-44aa-a097-a73ec2417b13" providerId="AD" clId="Web-{C86C74DB-CEC9-EAC5-F143-03F24F33DAA2}" dt="2023-09-18T11:48:30.601" v="47" actId="1076"/>
          <ac:picMkLst>
            <pc:docMk/>
            <pc:sldMk cId="0" sldId="256"/>
            <ac:picMk id="6" creationId="{53A31AEC-92F3-0578-6940-3B0313850D79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5:02.188" v="2"/>
          <ac:picMkLst>
            <pc:docMk/>
            <pc:sldMk cId="0" sldId="256"/>
            <ac:picMk id="7" creationId="{E88E69E5-9F3E-AACB-28A9-23C468C71D3C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5:05.016" v="3"/>
          <ac:picMkLst>
            <pc:docMk/>
            <pc:sldMk cId="0" sldId="256"/>
            <ac:picMk id="8" creationId="{170CF062-EA9B-1EDA-4291-4AC8B5BA7EC3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6:48.098" v="13"/>
          <ac:picMkLst>
            <pc:docMk/>
            <pc:sldMk cId="0" sldId="256"/>
            <ac:picMk id="9" creationId="{90221FAA-8218-3F2F-1B7D-CF505E9FD287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8:17.288" v="41"/>
          <ac:picMkLst>
            <pc:docMk/>
            <pc:sldMk cId="0" sldId="256"/>
            <ac:picMk id="10" creationId="{6B51CA78-A453-70A0-9F5A-7E619E726BE7}"/>
          </ac:picMkLst>
        </pc:picChg>
      </pc:sldChg>
    </pc:docChg>
  </pc:docChgLst>
  <pc:docChgLst>
    <pc:chgData name="MARIANA MATIAS MELENGATE" userId="S::mariana.melengate@csn.com.br::2ccf716e-76bf-4a28-9405-3486cc2f2957" providerId="AD" clId="Web-{1B1DCC83-9F6A-320F-74BD-ECCEECD016D7}"/>
    <pc:docChg chg="modSld">
      <pc:chgData name="MARIANA MATIAS MELENGATE" userId="S::mariana.melengate@csn.com.br::2ccf716e-76bf-4a28-9405-3486cc2f2957" providerId="AD" clId="Web-{1B1DCC83-9F6A-320F-74BD-ECCEECD016D7}" dt="2023-07-04T17:43:38.067" v="2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1B1DCC83-9F6A-320F-74BD-ECCEECD016D7}" dt="2023-07-04T17:43:38.067" v="28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B1DCC83-9F6A-320F-74BD-ECCEECD016D7}" dt="2023-07-04T17:43:38.067" v="28" actId="20577"/>
          <ac:spMkLst>
            <pc:docMk/>
            <pc:sldMk cId="0" sldId="256"/>
            <ac:spMk id="190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B1DCC83-9F6A-320F-74BD-ECCEECD016D7}" dt="2023-07-04T17:42:06.049" v="0"/>
          <ac:picMkLst>
            <pc:docMk/>
            <pc:sldMk cId="0" sldId="256"/>
            <ac:picMk id="4" creationId="{C3887A4B-871A-095B-A454-4FB59F5B998A}"/>
          </ac:picMkLst>
        </pc:picChg>
        <pc:picChg chg="del">
          <ac:chgData name="MARIANA MATIAS MELENGATE" userId="S::mariana.melengate@csn.com.br::2ccf716e-76bf-4a28-9405-3486cc2f2957" providerId="AD" clId="Web-{1B1DCC83-9F6A-320F-74BD-ECCEECD016D7}" dt="2023-07-04T17:42:08.331" v="1"/>
          <ac:picMkLst>
            <pc:docMk/>
            <pc:sldMk cId="0" sldId="256"/>
            <ac:picMk id="6" creationId="{0F70CAC6-43DB-A9ED-7070-27E90F64E6FF}"/>
          </ac:picMkLst>
        </pc:picChg>
        <pc:picChg chg="add mod">
          <ac:chgData name="MARIANA MATIAS MELENGATE" userId="S::mariana.melengate@csn.com.br::2ccf716e-76bf-4a28-9405-3486cc2f2957" providerId="AD" clId="Web-{1B1DCC83-9F6A-320F-74BD-ECCEECD016D7}" dt="2023-07-04T17:42:32.612" v="6" actId="1076"/>
          <ac:picMkLst>
            <pc:docMk/>
            <pc:sldMk cId="0" sldId="256"/>
            <ac:picMk id="7" creationId="{94B62B51-F28C-0EBF-7E00-EE022DE4C336}"/>
          </ac:picMkLst>
        </pc:picChg>
        <pc:picChg chg="add mod">
          <ac:chgData name="MARIANA MATIAS MELENGATE" userId="S::mariana.melengate@csn.com.br::2ccf716e-76bf-4a28-9405-3486cc2f2957" providerId="AD" clId="Web-{1B1DCC83-9F6A-320F-74BD-ECCEECD016D7}" dt="2023-07-04T17:42:41.222" v="8" actId="1076"/>
          <ac:picMkLst>
            <pc:docMk/>
            <pc:sldMk cId="0" sldId="256"/>
            <ac:picMk id="8" creationId="{4E7D9050-5040-72B5-BA6A-BC74F9EDCEBD}"/>
          </ac:picMkLst>
        </pc:picChg>
      </pc:sldChg>
    </pc:docChg>
  </pc:docChgLst>
  <pc:docChgLst>
    <pc:chgData name="MARIANA MATIAS MELENGATE" userId="S::mariana.melengate@csn.com.br::2ccf716e-76bf-4a28-9405-3486cc2f2957" providerId="AD" clId="Web-{F7731DA7-207E-BF78-2E77-FCDFF9D7CB8B}"/>
    <pc:docChg chg="modSld">
      <pc:chgData name="MARIANA MATIAS MELENGATE" userId="S::mariana.melengate@csn.com.br::2ccf716e-76bf-4a28-9405-3486cc2f2957" providerId="AD" clId="Web-{F7731DA7-207E-BF78-2E77-FCDFF9D7CB8B}" dt="2023-09-06T14:47:11.996" v="57" actId="1076"/>
      <pc:docMkLst>
        <pc:docMk/>
      </pc:docMkLst>
      <pc:sldChg chg="addSp delSp modSp">
        <pc:chgData name="MARIANA MATIAS MELENGATE" userId="S::mariana.melengate@csn.com.br::2ccf716e-76bf-4a28-9405-3486cc2f2957" providerId="AD" clId="Web-{F7731DA7-207E-BF78-2E77-FCDFF9D7CB8B}" dt="2023-09-06T14:47:11.996" v="57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7731DA7-207E-BF78-2E77-FCDFF9D7CB8B}" dt="2023-09-06T14:45:44.446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731DA7-207E-BF78-2E77-FCDFF9D7CB8B}" dt="2023-09-06T14:45:49.665" v="28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731DA7-207E-BF78-2E77-FCDFF9D7CB8B}" dt="2023-09-06T14:47:00.573" v="52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731DA7-207E-BF78-2E77-FCDFF9D7CB8B}" dt="2023-09-06T14:47:04.292" v="54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7731DA7-207E-BF78-2E77-FCDFF9D7CB8B}" dt="2023-09-06T14:46:34.370" v="38"/>
          <ac:picMkLst>
            <pc:docMk/>
            <pc:sldMk cId="0" sldId="256"/>
            <ac:picMk id="2" creationId="{697E4745-8B23-CB0C-7599-3932ADBF8F1A}"/>
          </ac:picMkLst>
        </pc:picChg>
        <pc:picChg chg="del">
          <ac:chgData name="MARIANA MATIAS MELENGATE" userId="S::mariana.melengate@csn.com.br::2ccf716e-76bf-4a28-9405-3486cc2f2957" providerId="AD" clId="Web-{F7731DA7-207E-BF78-2E77-FCDFF9D7CB8B}" dt="2023-09-06T14:44:56.726" v="0"/>
          <ac:picMkLst>
            <pc:docMk/>
            <pc:sldMk cId="0" sldId="256"/>
            <ac:picMk id="4" creationId="{1AA0F051-763B-7643-35E9-D344255C10F4}"/>
          </ac:picMkLst>
        </pc:picChg>
        <pc:picChg chg="del">
          <ac:chgData name="MARIANA MATIAS MELENGATE" userId="S::mariana.melengate@csn.com.br::2ccf716e-76bf-4a28-9405-3486cc2f2957" providerId="AD" clId="Web-{F7731DA7-207E-BF78-2E77-FCDFF9D7CB8B}" dt="2023-09-06T14:47:05.074" v="55"/>
          <ac:picMkLst>
            <pc:docMk/>
            <pc:sldMk cId="0" sldId="256"/>
            <ac:picMk id="5" creationId="{7A837A5E-9D73-25DA-9BF0-FB80213E1694}"/>
          </ac:picMkLst>
        </pc:picChg>
        <pc:picChg chg="del">
          <ac:chgData name="MARIANA MATIAS MELENGATE" userId="S::mariana.melengate@csn.com.br::2ccf716e-76bf-4a28-9405-3486cc2f2957" providerId="AD" clId="Web-{F7731DA7-207E-BF78-2E77-FCDFF9D7CB8B}" dt="2023-09-06T14:45:49.993" v="29"/>
          <ac:picMkLst>
            <pc:docMk/>
            <pc:sldMk cId="0" sldId="256"/>
            <ac:picMk id="6" creationId="{CF6D2B31-E496-EBF1-AD18-C64D5E56CB55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5:54.493" v="31" actId="1076"/>
          <ac:picMkLst>
            <pc:docMk/>
            <pc:sldMk cId="0" sldId="256"/>
            <ac:picMk id="7" creationId="{E88E69E5-9F3E-AACB-28A9-23C468C71D3C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6:03.588" v="33" actId="1076"/>
          <ac:picMkLst>
            <pc:docMk/>
            <pc:sldMk cId="0" sldId="256"/>
            <ac:picMk id="8" creationId="{170CF062-EA9B-1EDA-4291-4AC8B5BA7EC3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6:41.885" v="41" actId="1076"/>
          <ac:picMkLst>
            <pc:docMk/>
            <pc:sldMk cId="0" sldId="256"/>
            <ac:picMk id="9" creationId="{90221FAA-8218-3F2F-1B7D-CF505E9FD287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7:11.996" v="57" actId="1076"/>
          <ac:picMkLst>
            <pc:docMk/>
            <pc:sldMk cId="0" sldId="256"/>
            <ac:picMk id="10" creationId="{6B51CA78-A453-70A0-9F5A-7E619E726BE7}"/>
          </ac:picMkLst>
        </pc:picChg>
      </pc:sldChg>
    </pc:docChg>
  </pc:docChgLst>
  <pc:docChgLst>
    <pc:chgData name="MARIANA MATIAS MELENGATE" userId="S::mariana.melengate@csn.com.br::2ccf716e-76bf-4a28-9405-3486cc2f2957" providerId="AD" clId="Web-{31D88AB3-3322-235B-414D-62823D599D44}"/>
    <pc:docChg chg="modSld">
      <pc:chgData name="MARIANA MATIAS MELENGATE" userId="S::mariana.melengate@csn.com.br::2ccf716e-76bf-4a28-9405-3486cc2f2957" providerId="AD" clId="Web-{31D88AB3-3322-235B-414D-62823D599D44}" dt="2023-04-04T15:52:13.335" v="1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1D88AB3-3322-235B-414D-62823D599D44}" dt="2023-04-04T15:52:13.335" v="1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1D88AB3-3322-235B-414D-62823D599D44}" dt="2023-04-04T15:52:04.741" v="1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1D88AB3-3322-235B-414D-62823D599D44}" dt="2023-04-04T15:52:13.335" v="1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31D88AB3-3322-235B-414D-62823D599D44}" dt="2023-04-04T15:51:28.740" v="5" actId="1076"/>
          <ac:picMkLst>
            <pc:docMk/>
            <pc:sldMk cId="0" sldId="256"/>
            <ac:picMk id="2" creationId="{477A9082-F977-792D-9C1D-F2CAC683C5D0}"/>
          </ac:picMkLst>
        </pc:picChg>
        <pc:picChg chg="add mod">
          <ac:chgData name="MARIANA MATIAS MELENGATE" userId="S::mariana.melengate@csn.com.br::2ccf716e-76bf-4a28-9405-3486cc2f2957" providerId="AD" clId="Web-{31D88AB3-3322-235B-414D-62823D599D44}" dt="2023-04-04T15:51:38.834" v="8" actId="1076"/>
          <ac:picMkLst>
            <pc:docMk/>
            <pc:sldMk cId="0" sldId="256"/>
            <ac:picMk id="4" creationId="{74B46F69-0565-6E16-FF7C-6D6BF9AB0A89}"/>
          </ac:picMkLst>
        </pc:picChg>
        <pc:picChg chg="del">
          <ac:chgData name="MARIANA MATIAS MELENGATE" userId="S::mariana.melengate@csn.com.br::2ccf716e-76bf-4a28-9405-3486cc2f2957" providerId="AD" clId="Web-{31D88AB3-3322-235B-414D-62823D599D44}" dt="2023-04-04T15:51:16.568" v="0"/>
          <ac:picMkLst>
            <pc:docMk/>
            <pc:sldMk cId="0" sldId="256"/>
            <ac:picMk id="5" creationId="{3CD92F23-A3B1-53DB-257B-C62698BF11C5}"/>
          </ac:picMkLst>
        </pc:picChg>
        <pc:picChg chg="del">
          <ac:chgData name="MARIANA MATIAS MELENGATE" userId="S::mariana.melengate@csn.com.br::2ccf716e-76bf-4a28-9405-3486cc2f2957" providerId="AD" clId="Web-{31D88AB3-3322-235B-414D-62823D599D44}" dt="2023-04-04T15:51:33.896" v="7"/>
          <ac:picMkLst>
            <pc:docMk/>
            <pc:sldMk cId="0" sldId="256"/>
            <ac:picMk id="6" creationId="{D3C2C648-F545-B129-4E82-175069D76EA3}"/>
          </ac:picMkLst>
        </pc:picChg>
      </pc:sldChg>
    </pc:docChg>
  </pc:docChgLst>
  <pc:docChgLst>
    <pc:chgData name="MARIANA MATIAS MELENGATE" userId="S::mariana.melengate@csn.com.br::2ccf716e-76bf-4a28-9405-3486cc2f2957" providerId="AD" clId="Web-{2DF5EBE2-1BE8-7D4C-A556-D977F84FBEBC}"/>
    <pc:docChg chg="modSld">
      <pc:chgData name="MARIANA MATIAS MELENGATE" userId="S::mariana.melengate@csn.com.br::2ccf716e-76bf-4a28-9405-3486cc2f2957" providerId="AD" clId="Web-{2DF5EBE2-1BE8-7D4C-A556-D977F84FBEBC}" dt="2024-05-02T17:42:28.221" v="9" actId="14100"/>
      <pc:docMkLst>
        <pc:docMk/>
      </pc:docMkLst>
      <pc:sldChg chg="addSp modSp">
        <pc:chgData name="MARIANA MATIAS MELENGATE" userId="S::mariana.melengate@csn.com.br::2ccf716e-76bf-4a28-9405-3486cc2f2957" providerId="AD" clId="Web-{2DF5EBE2-1BE8-7D4C-A556-D977F84FBEBC}" dt="2024-05-02T17:42:28.221" v="9" actId="14100"/>
        <pc:sldMkLst>
          <pc:docMk/>
          <pc:sldMk cId="3855834659" sldId="270"/>
        </pc:sldMkLst>
        <pc:grpChg chg="mod">
          <ac:chgData name="MARIANA MATIAS MELENGATE" userId="S::mariana.melengate@csn.com.br::2ccf716e-76bf-4a28-9405-3486cc2f2957" providerId="AD" clId="Web-{2DF5EBE2-1BE8-7D4C-A556-D977F84FBEBC}" dt="2024-05-02T17:41:44.735" v="1" actId="1076"/>
          <ac:grpSpMkLst>
            <pc:docMk/>
            <pc:sldMk cId="3855834659" sldId="270"/>
            <ac:grpSpMk id="82" creationId="{DA354CA6-7162-6D3F-1EB8-2C699B9A4B1E}"/>
          </ac:grpSpMkLst>
        </pc:grpChg>
        <pc:picChg chg="add mod">
          <ac:chgData name="MARIANA MATIAS MELENGATE" userId="S::mariana.melengate@csn.com.br::2ccf716e-76bf-4a28-9405-3486cc2f2957" providerId="AD" clId="Web-{2DF5EBE2-1BE8-7D4C-A556-D977F84FBEBC}" dt="2024-05-02T17:42:28.221" v="9" actId="14100"/>
          <ac:picMkLst>
            <pc:docMk/>
            <pc:sldMk cId="3855834659" sldId="270"/>
            <ac:picMk id="2" creationId="{25631357-D873-61F1-8262-82B104DCB028}"/>
          </ac:picMkLst>
        </pc:picChg>
        <pc:picChg chg="add mod">
          <ac:chgData name="MARIANA MATIAS MELENGATE" userId="S::mariana.melengate@csn.com.br::2ccf716e-76bf-4a28-9405-3486cc2f2957" providerId="AD" clId="Web-{2DF5EBE2-1BE8-7D4C-A556-D977F84FBEBC}" dt="2024-05-02T17:42:10.392" v="6" actId="1076"/>
          <ac:picMkLst>
            <pc:docMk/>
            <pc:sldMk cId="3855834659" sldId="270"/>
            <ac:picMk id="6" creationId="{361D984A-60AF-D1FF-F7FD-C9F480D2B79C}"/>
          </ac:picMkLst>
        </pc:picChg>
        <pc:picChg chg="add mod">
          <ac:chgData name="MARIANA MATIAS MELENGATE" userId="S::mariana.melengate@csn.com.br::2ccf716e-76bf-4a28-9405-3486cc2f2957" providerId="AD" clId="Web-{2DF5EBE2-1BE8-7D4C-A556-D977F84FBEBC}" dt="2024-05-02T17:42:19.205" v="8" actId="1076"/>
          <ac:picMkLst>
            <pc:docMk/>
            <pc:sldMk cId="3855834659" sldId="270"/>
            <ac:picMk id="8" creationId="{8AABA05F-C4D4-0FB8-BA0C-55830E567CA0}"/>
          </ac:picMkLst>
        </pc:picChg>
      </pc:sldChg>
    </pc:docChg>
  </pc:docChgLst>
  <pc:docChgLst>
    <pc:chgData name="MARIANA MATIAS MELENGATE" userId="S::mariana.melengate@csn.com.br::2ccf716e-76bf-4a28-9405-3486cc2f2957" providerId="AD" clId="Web-{0D7A9928-5FC9-3C3A-21DC-D4632914EBAF}"/>
    <pc:docChg chg="modSld">
      <pc:chgData name="MARIANA MATIAS MELENGATE" userId="S::mariana.melengate@csn.com.br::2ccf716e-76bf-4a28-9405-3486cc2f2957" providerId="AD" clId="Web-{0D7A9928-5FC9-3C3A-21DC-D4632914EBAF}" dt="2023-07-03T14:02:50.602" v="24" actId="20577"/>
      <pc:docMkLst>
        <pc:docMk/>
      </pc:docMkLst>
      <pc:sldChg chg="addSp delSp modSp">
        <pc:chgData name="MARIANA MATIAS MELENGATE" userId="S::mariana.melengate@csn.com.br::2ccf716e-76bf-4a28-9405-3486cc2f2957" providerId="AD" clId="Web-{0D7A9928-5FC9-3C3A-21DC-D4632914EBAF}" dt="2023-07-03T14:02:50.602" v="24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0D7A9928-5FC9-3C3A-21DC-D4632914EBAF}" dt="2023-07-03T14:02:24.851" v="22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D7A9928-5FC9-3C3A-21DC-D4632914EBAF}" dt="2023-07-03T14:02:50.602" v="24" actId="20577"/>
          <ac:spMkLst>
            <pc:docMk/>
            <pc:sldMk cId="4269806723" sldId="258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0D7A9928-5FC9-3C3A-21DC-D4632914EBAF}" dt="2023-07-03T14:01:09.161" v="3" actId="1076"/>
          <ac:picMkLst>
            <pc:docMk/>
            <pc:sldMk cId="4269806723" sldId="258"/>
            <ac:picMk id="2" creationId="{DB480F09-E503-346D-1AF6-2AF1D3B6F76B}"/>
          </ac:picMkLst>
        </pc:picChg>
        <pc:picChg chg="add mod">
          <ac:chgData name="MARIANA MATIAS MELENGATE" userId="S::mariana.melengate@csn.com.br::2ccf716e-76bf-4a28-9405-3486cc2f2957" providerId="AD" clId="Web-{0D7A9928-5FC9-3C3A-21DC-D4632914EBAF}" dt="2023-07-03T14:01:26.849" v="6" actId="1076"/>
          <ac:picMkLst>
            <pc:docMk/>
            <pc:sldMk cId="4269806723" sldId="258"/>
            <ac:picMk id="4" creationId="{1C270C52-8BF9-72BD-F782-A69215869205}"/>
          </ac:picMkLst>
        </pc:picChg>
        <pc:picChg chg="del">
          <ac:chgData name="MARIANA MATIAS MELENGATE" userId="S::mariana.melengate@csn.com.br::2ccf716e-76bf-4a28-9405-3486cc2f2957" providerId="AD" clId="Web-{0D7A9928-5FC9-3C3A-21DC-D4632914EBAF}" dt="2023-07-03T14:01:02.208" v="0"/>
          <ac:picMkLst>
            <pc:docMk/>
            <pc:sldMk cId="4269806723" sldId="258"/>
            <ac:picMk id="7" creationId="{9A5D0739-2BB7-7B87-DC7C-3A907265BE4A}"/>
          </ac:picMkLst>
        </pc:picChg>
        <pc:picChg chg="del">
          <ac:chgData name="MARIANA MATIAS MELENGATE" userId="S::mariana.melengate@csn.com.br::2ccf716e-76bf-4a28-9405-3486cc2f2957" providerId="AD" clId="Web-{0D7A9928-5FC9-3C3A-21DC-D4632914EBAF}" dt="2023-07-03T14:01:14.505" v="4"/>
          <ac:picMkLst>
            <pc:docMk/>
            <pc:sldMk cId="4269806723" sldId="258"/>
            <ac:picMk id="8" creationId="{34A2ED28-A90E-A304-B9C8-604A5E3CDD7B}"/>
          </ac:picMkLst>
        </pc:picChg>
      </pc:sldChg>
    </pc:docChg>
  </pc:docChgLst>
  <pc:docChgLst>
    <pc:chgData name="MARIANA MATIAS MELENGATE" userId="S::mariana.melengate@csn.com.br::2ccf716e-76bf-4a28-9405-3486cc2f2957" providerId="AD" clId="Web-{DD7297D2-938D-811B-3EE7-34EB1D8908DF}"/>
    <pc:docChg chg="modSld">
      <pc:chgData name="MARIANA MATIAS MELENGATE" userId="S::mariana.melengate@csn.com.br::2ccf716e-76bf-4a28-9405-3486cc2f2957" providerId="AD" clId="Web-{DD7297D2-938D-811B-3EE7-34EB1D8908DF}" dt="2023-07-05T11:57:52.170" v="4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DD7297D2-938D-811B-3EE7-34EB1D8908DF}" dt="2023-07-05T11:57:52.170" v="48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DD7297D2-938D-811B-3EE7-34EB1D8908DF}" dt="2023-07-05T11:57:52.170" v="48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D7297D2-938D-811B-3EE7-34EB1D8908DF}" dt="2023-07-05T11:49:15.157" v="44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DD7297D2-938D-811B-3EE7-34EB1D8908DF}" dt="2023-07-05T11:46:32.918" v="5" actId="1076"/>
          <ac:picMkLst>
            <pc:docMk/>
            <pc:sldMk cId="0" sldId="256"/>
            <ac:picMk id="4" creationId="{995028B4-AEFD-1B38-DC47-4E0335BB13E4}"/>
          </ac:picMkLst>
        </pc:picChg>
        <pc:picChg chg="add mod">
          <ac:chgData name="MARIANA MATIAS MELENGATE" userId="S::mariana.melengate@csn.com.br::2ccf716e-76bf-4a28-9405-3486cc2f2957" providerId="AD" clId="Web-{DD7297D2-938D-811B-3EE7-34EB1D8908DF}" dt="2023-07-05T11:46:58.075" v="8" actId="1076"/>
          <ac:picMkLst>
            <pc:docMk/>
            <pc:sldMk cId="0" sldId="256"/>
            <ac:picMk id="6" creationId="{93F6E0E1-8B87-F5B3-DB72-E5B029D81F3E}"/>
          </ac:picMkLst>
        </pc:picChg>
        <pc:picChg chg="del">
          <ac:chgData name="MARIANA MATIAS MELENGATE" userId="S::mariana.melengate@csn.com.br::2ccf716e-76bf-4a28-9405-3486cc2f2957" providerId="AD" clId="Web-{DD7297D2-938D-811B-3EE7-34EB1D8908DF}" dt="2023-07-05T11:46:20.668" v="0"/>
          <ac:picMkLst>
            <pc:docMk/>
            <pc:sldMk cId="0" sldId="256"/>
            <ac:picMk id="7" creationId="{94B62B51-F28C-0EBF-7E00-EE022DE4C336}"/>
          </ac:picMkLst>
        </pc:picChg>
        <pc:picChg chg="del">
          <ac:chgData name="MARIANA MATIAS MELENGATE" userId="S::mariana.melengate@csn.com.br::2ccf716e-76bf-4a28-9405-3486cc2f2957" providerId="AD" clId="Web-{DD7297D2-938D-811B-3EE7-34EB1D8908DF}" dt="2023-07-05T11:46:54.341" v="7"/>
          <ac:picMkLst>
            <pc:docMk/>
            <pc:sldMk cId="0" sldId="256"/>
            <ac:picMk id="8" creationId="{4E7D9050-5040-72B5-BA6A-BC74F9EDCEBD}"/>
          </ac:picMkLst>
        </pc:picChg>
      </pc:sldChg>
    </pc:docChg>
  </pc:docChgLst>
  <pc:docChgLst>
    <pc:chgData name="MARIANA MATIAS MELENGATE" userId="S::mariana.melengate@csn.com.br::2ccf716e-76bf-4a28-9405-3486cc2f2957" providerId="AD" clId="Web-{F7FA3523-BEFE-0C41-D9AD-E66E8A6F95A4}"/>
    <pc:docChg chg="addSld delSld modSld">
      <pc:chgData name="MARIANA MATIAS MELENGATE" userId="S::mariana.melengate@csn.com.br::2ccf716e-76bf-4a28-9405-3486cc2f2957" providerId="AD" clId="Web-{F7FA3523-BEFE-0C41-D9AD-E66E8A6F95A4}" dt="2023-12-26T15:19:51.704" v="25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7FA3523-BEFE-0C41-D9AD-E66E8A6F95A4}" dt="2023-12-26T15:02:50.083" v="12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7FA3523-BEFE-0C41-D9AD-E66E8A6F95A4}" dt="2023-12-26T15:01:55.215" v="9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2:11.269" v="101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2:37.020" v="12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2:50.083" v="129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5:01:28.136" v="79" actId="1076"/>
          <ac:picMkLst>
            <pc:docMk/>
            <pc:sldMk cId="0" sldId="256"/>
            <ac:picMk id="2" creationId="{484B0AEE-7DB3-55C3-E4E1-737F6A97D3A3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1:14.370" v="74"/>
          <ac:picMkLst>
            <pc:docMk/>
            <pc:sldMk cId="0" sldId="256"/>
            <ac:picMk id="4" creationId="{D89D4E74-A0EB-8146-C490-6C75C9A4D074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1:29.637" v="80"/>
          <ac:picMkLst>
            <pc:docMk/>
            <pc:sldMk cId="0" sldId="256"/>
            <ac:picMk id="5" creationId="{A10BAA45-7560-12DA-FC81-6A5251E6F0C3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1:36.715" v="82" actId="1076"/>
          <ac:picMkLst>
            <pc:docMk/>
            <pc:sldMk cId="0" sldId="256"/>
            <ac:picMk id="6" creationId="{9390B309-683A-BA91-9C91-43F76BA60FFA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2:12.081" v="102"/>
          <ac:picMkLst>
            <pc:docMk/>
            <pc:sldMk cId="0" sldId="256"/>
            <ac:picMk id="7" creationId="{4A806E1F-FBAF-89F9-B6E6-F2AA78CD930D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2:19.879" v="105" actId="1076"/>
          <ac:picMkLst>
            <pc:docMk/>
            <pc:sldMk cId="0" sldId="256"/>
            <ac:picMk id="8" creationId="{AC7682F6-AE39-D148-608A-DBC574B2AF4F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2:27.816" v="107" actId="1076"/>
          <ac:picMkLst>
            <pc:docMk/>
            <pc:sldMk cId="0" sldId="256"/>
            <ac:picMk id="9" creationId="{07C9E0D2-71A1-AE62-88E3-2B87FE134238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00:36.073" v="65" actId="1076"/>
        <pc:sldMkLst>
          <pc:docMk/>
          <pc:sldMk cId="2213709317" sldId="264"/>
        </pc:sldMkLst>
        <pc:spChg chg="mod">
          <ac:chgData name="MARIANA MATIAS MELENGATE" userId="S::mariana.melengate@csn.com.br::2ccf716e-76bf-4a28-9405-3486cc2f2957" providerId="AD" clId="Web-{F7FA3523-BEFE-0C41-D9AD-E66E8A6F95A4}" dt="2023-12-26T14:58:43.726" v="29" actId="20577"/>
          <ac:spMkLst>
            <pc:docMk/>
            <pc:sldMk cId="2213709317" sldId="264"/>
            <ac:spMk id="190" creationId="{3792C731-BB8C-21C2-4774-455C4817FEA3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4:58:47.820" v="31" actId="20577"/>
          <ac:spMkLst>
            <pc:docMk/>
            <pc:sldMk cId="2213709317" sldId="264"/>
            <ac:spMk id="191" creationId="{DA256D7F-ED66-24F8-BD52-393189F06FB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0:26.182" v="61" actId="20577"/>
          <ac:spMkLst>
            <pc:docMk/>
            <pc:sldMk cId="2213709317" sldId="264"/>
            <ac:spMk id="192" creationId="{200D1ECE-41D3-9C0E-522D-903B930282FF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0:29.463" v="63" actId="20577"/>
          <ac:spMkLst>
            <pc:docMk/>
            <pc:sldMk cId="2213709317" sldId="264"/>
            <ac:spMk id="193" creationId="{8DE91FCC-4658-14FF-A41F-188D3C5F213C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4:57:54.959" v="6" actId="1076"/>
          <ac:picMkLst>
            <pc:docMk/>
            <pc:sldMk cId="2213709317" sldId="264"/>
            <ac:picMk id="2" creationId="{C223D623-D77A-723C-4965-3995CFDA8023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4:57:47.255" v="3"/>
          <ac:picMkLst>
            <pc:docMk/>
            <pc:sldMk cId="2213709317" sldId="264"/>
            <ac:picMk id="4" creationId="{1698B027-03DD-A024-20ED-3BCF70CBC38E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4:58:48.601" v="32"/>
          <ac:picMkLst>
            <pc:docMk/>
            <pc:sldMk cId="2213709317" sldId="264"/>
            <ac:picMk id="5" creationId="{868749B3-B4A4-508F-42C1-416E975B7762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4:58:55.242" v="34" actId="1076"/>
          <ac:picMkLst>
            <pc:docMk/>
            <pc:sldMk cId="2213709317" sldId="264"/>
            <ac:picMk id="6" creationId="{2D23B423-48F6-9ECD-EB46-DF785FEE5786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4:59:37.915" v="35"/>
          <ac:picMkLst>
            <pc:docMk/>
            <pc:sldMk cId="2213709317" sldId="264"/>
            <ac:picMk id="7" creationId="{D148C66E-C61F-B8F3-FBF1-27A0AE19325F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4:59:56.040" v="42" actId="1076"/>
          <ac:picMkLst>
            <pc:docMk/>
            <pc:sldMk cId="2213709317" sldId="264"/>
            <ac:picMk id="8" creationId="{E7BCC678-3F58-A95D-E12D-C0C1EEA1C45F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0:36.073" v="65" actId="1076"/>
          <ac:picMkLst>
            <pc:docMk/>
            <pc:sldMk cId="2213709317" sldId="264"/>
            <ac:picMk id="9" creationId="{8E9201F5-236D-622E-B7AB-6F066C2D9150}"/>
          </ac:picMkLst>
        </pc:picChg>
      </pc:sldChg>
      <pc:sldChg chg="new del">
        <pc:chgData name="MARIANA MATIAS MELENGATE" userId="S::mariana.melengate@csn.com.br::2ccf716e-76bf-4a28-9405-3486cc2f2957" providerId="AD" clId="Web-{F7FA3523-BEFE-0C41-D9AD-E66E8A6F95A4}" dt="2023-12-26T14:57:26.036" v="1"/>
        <pc:sldMkLst>
          <pc:docMk/>
          <pc:sldMk cId="3302917978" sldId="264"/>
        </pc:sldMkLst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04:43.023" v="177" actId="1076"/>
        <pc:sldMkLst>
          <pc:docMk/>
          <pc:sldMk cId="3946423715" sldId="265"/>
        </pc:sldMkLst>
        <pc:spChg chg="mod">
          <ac:chgData name="MARIANA MATIAS MELENGATE" userId="S::mariana.melengate@csn.com.br::2ccf716e-76bf-4a28-9405-3486cc2f2957" providerId="AD" clId="Web-{F7FA3523-BEFE-0C41-D9AD-E66E8A6F95A4}" dt="2023-12-26T15:03:53.662" v="149" actId="20577"/>
          <ac:spMkLst>
            <pc:docMk/>
            <pc:sldMk cId="3946423715" sldId="265"/>
            <ac:spMk id="190" creationId="{84190F87-E8F2-184A-DA6A-59C58F1BDD1F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4:08.413" v="151" actId="20577"/>
          <ac:spMkLst>
            <pc:docMk/>
            <pc:sldMk cId="3946423715" sldId="265"/>
            <ac:spMk id="191" creationId="{ED505611-66D9-CD01-5AF3-FB07AE863F9C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4:32.367" v="172" actId="20577"/>
          <ac:spMkLst>
            <pc:docMk/>
            <pc:sldMk cId="3946423715" sldId="265"/>
            <ac:spMk id="192" creationId="{78F15AD9-829D-0AED-1299-E4AB1F6C69B5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4:35.664" v="174" actId="20577"/>
          <ac:spMkLst>
            <pc:docMk/>
            <pc:sldMk cId="3946423715" sldId="265"/>
            <ac:spMk id="193" creationId="{F988DFBB-2342-9AB2-CCC4-1B8E4392F51D}"/>
          </ac:spMkLst>
        </pc:spChg>
        <pc:picChg chg="del">
          <ac:chgData name="MARIANA MATIAS MELENGATE" userId="S::mariana.melengate@csn.com.br::2ccf716e-76bf-4a28-9405-3486cc2f2957" providerId="AD" clId="Web-{F7FA3523-BEFE-0C41-D9AD-E66E8A6F95A4}" dt="2023-12-26T15:03:11.052" v="131"/>
          <ac:picMkLst>
            <pc:docMk/>
            <pc:sldMk cId="3946423715" sldId="265"/>
            <ac:picMk id="2" creationId="{5239B03E-C71B-305B-48A9-9E4526963A31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3:21.755" v="134" actId="1076"/>
          <ac:picMkLst>
            <pc:docMk/>
            <pc:sldMk cId="3946423715" sldId="265"/>
            <ac:picMk id="4" creationId="{7476B877-8858-A16C-39EC-D49F4F1054E9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3:33.443" v="137" actId="1076"/>
          <ac:picMkLst>
            <pc:docMk/>
            <pc:sldMk cId="3946423715" sldId="265"/>
            <ac:picMk id="5" creationId="{BC6430BD-AF94-7540-A6DB-0B5253E42EC6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3:24.224" v="135"/>
          <ac:picMkLst>
            <pc:docMk/>
            <pc:sldMk cId="3946423715" sldId="265"/>
            <ac:picMk id="6" creationId="{55D8628A-7CF8-2D50-9912-348B1EA62312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4:17.022" v="155" actId="1076"/>
          <ac:picMkLst>
            <pc:docMk/>
            <pc:sldMk cId="3946423715" sldId="265"/>
            <ac:picMk id="7" creationId="{8A6DFE19-7715-FA1F-1F89-F5D6B25CE60A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4:09.194" v="152"/>
          <ac:picMkLst>
            <pc:docMk/>
            <pc:sldMk cId="3946423715" sldId="265"/>
            <ac:picMk id="8" creationId="{E0FBDD44-F0B0-9736-D825-F45F89210906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4:36.367" v="175"/>
          <ac:picMkLst>
            <pc:docMk/>
            <pc:sldMk cId="3946423715" sldId="265"/>
            <ac:picMk id="9" creationId="{05FF7B5F-1EBB-5E6C-D454-B0FA2A290BBB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4:43.023" v="177" actId="1076"/>
          <ac:picMkLst>
            <pc:docMk/>
            <pc:sldMk cId="3946423715" sldId="265"/>
            <ac:picMk id="10" creationId="{145306D1-A148-9D9A-19E9-2528991E1B1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06:32.932" v="212" actId="1076"/>
        <pc:sldMkLst>
          <pc:docMk/>
          <pc:sldMk cId="3610036890" sldId="266"/>
        </pc:sldMkLst>
        <pc:spChg chg="mod">
          <ac:chgData name="MARIANA MATIAS MELENGATE" userId="S::mariana.melengate@csn.com.br::2ccf716e-76bf-4a28-9405-3486cc2f2957" providerId="AD" clId="Web-{F7FA3523-BEFE-0C41-D9AD-E66E8A6F95A4}" dt="2023-12-26T15:05:25.774" v="187" actId="20577"/>
          <ac:spMkLst>
            <pc:docMk/>
            <pc:sldMk cId="3610036890" sldId="266"/>
            <ac:spMk id="190" creationId="{92E3AC2E-9282-2C9E-BBB6-9C8E9B15CFC3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5:29.087" v="189" actId="20577"/>
          <ac:spMkLst>
            <pc:docMk/>
            <pc:sldMk cId="3610036890" sldId="266"/>
            <ac:spMk id="191" creationId="{7DADC27C-210D-3AA4-9774-67E8ED8BCCD9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6:21.073" v="207" actId="20577"/>
          <ac:spMkLst>
            <pc:docMk/>
            <pc:sldMk cId="3610036890" sldId="266"/>
            <ac:spMk id="192" creationId="{257C2D0A-4184-D621-B21F-C4FEF7BA74C3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6:25.057" v="209" actId="20577"/>
          <ac:spMkLst>
            <pc:docMk/>
            <pc:sldMk cId="3610036890" sldId="266"/>
            <ac:spMk id="193" creationId="{816BE4D2-AE3C-7569-A545-F0C9B3811D16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5:05:33.650" v="191" actId="1076"/>
          <ac:picMkLst>
            <pc:docMk/>
            <pc:sldMk cId="3610036890" sldId="266"/>
            <ac:picMk id="2" creationId="{BE8240B0-0942-6053-E591-4B1918B745F3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4:58.180" v="179"/>
          <ac:picMkLst>
            <pc:docMk/>
            <pc:sldMk cId="3610036890" sldId="266"/>
            <ac:picMk id="4" creationId="{56F43EA6-2768-890A-76E7-D74A2B0F62EE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5:30.024" v="190"/>
          <ac:picMkLst>
            <pc:docMk/>
            <pc:sldMk cId="3610036890" sldId="266"/>
            <ac:picMk id="5" creationId="{CDFF4D61-B0C4-1E28-1E65-6A28D23BA9E5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5:38.306" v="193" actId="1076"/>
          <ac:picMkLst>
            <pc:docMk/>
            <pc:sldMk cId="3610036890" sldId="266"/>
            <ac:picMk id="6" creationId="{4F9051B1-0928-02BB-1E9F-F3A6E6775C3A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5:55.478" v="194"/>
          <ac:picMkLst>
            <pc:docMk/>
            <pc:sldMk cId="3610036890" sldId="266"/>
            <ac:picMk id="7" creationId="{5F6D3A4F-BA2A-E5E1-823E-8E5B29F68B03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6:03.369" v="197" actId="1076"/>
          <ac:picMkLst>
            <pc:docMk/>
            <pc:sldMk cId="3610036890" sldId="266"/>
            <ac:picMk id="8" creationId="{FBA35E1C-E41F-EB78-81F1-78923E80D610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6:32.932" v="212" actId="1076"/>
          <ac:picMkLst>
            <pc:docMk/>
            <pc:sldMk cId="3610036890" sldId="266"/>
            <ac:picMk id="9" creationId="{22C94DEC-5136-A665-EFE4-CFC3DCF99E4C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6:29.495" v="211"/>
          <ac:picMkLst>
            <pc:docMk/>
            <pc:sldMk cId="3610036890" sldId="266"/>
            <ac:picMk id="10" creationId="{D3D42D70-4B5F-C819-3C7A-2175A4E5CDE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19:51.704" v="253" actId="20577"/>
        <pc:sldMkLst>
          <pc:docMk/>
          <pc:sldMk cId="2735318868" sldId="267"/>
        </pc:sldMkLst>
        <pc:spChg chg="mod">
          <ac:chgData name="MARIANA MATIAS MELENGATE" userId="S::mariana.melengate@csn.com.br::2ccf716e-76bf-4a28-9405-3486cc2f2957" providerId="AD" clId="Web-{F7FA3523-BEFE-0C41-D9AD-E66E8A6F95A4}" dt="2023-12-26T15:07:43.919" v="231" actId="20577"/>
          <ac:spMkLst>
            <pc:docMk/>
            <pc:sldMk cId="2735318868" sldId="267"/>
            <ac:spMk id="190" creationId="{C0C9403A-43E6-0ACA-1102-7C4000923CCE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7:48.044" v="233" actId="20577"/>
          <ac:spMkLst>
            <pc:docMk/>
            <pc:sldMk cId="2735318868" sldId="267"/>
            <ac:spMk id="191" creationId="{A15A13B8-195E-97B7-2D0E-F608F0EE957D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19:42.032" v="251" actId="20577"/>
          <ac:spMkLst>
            <pc:docMk/>
            <pc:sldMk cId="2735318868" sldId="267"/>
            <ac:spMk id="192" creationId="{8E45D375-AF45-C148-8F34-FC939CB37D6C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19:51.704" v="253" actId="20577"/>
          <ac:spMkLst>
            <pc:docMk/>
            <pc:sldMk cId="2735318868" sldId="267"/>
            <ac:spMk id="193" creationId="{B7FF2760-4606-60CF-30FC-CA269B01E3E4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5:07:15.230" v="219" actId="1076"/>
          <ac:picMkLst>
            <pc:docMk/>
            <pc:sldMk cId="2735318868" sldId="267"/>
            <ac:picMk id="2" creationId="{6E3B5B11-569E-74F1-A0C0-13A1167017DC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01.996" v="214"/>
          <ac:picMkLst>
            <pc:docMk/>
            <pc:sldMk cId="2735318868" sldId="267"/>
            <ac:picMk id="4" creationId="{12B7040F-ECB2-C29F-AC69-0B1012AC8175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17.731" v="220"/>
          <ac:picMkLst>
            <pc:docMk/>
            <pc:sldMk cId="2735318868" sldId="267"/>
            <ac:picMk id="5" creationId="{2444B47D-5861-BCAC-874E-F1BE982D9076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7:25.293" v="222" actId="1076"/>
          <ac:picMkLst>
            <pc:docMk/>
            <pc:sldMk cId="2735318868" sldId="267"/>
            <ac:picMk id="6" creationId="{71839C96-18D3-506C-9571-23638E2A9CE1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49.091" v="234"/>
          <ac:picMkLst>
            <pc:docMk/>
            <pc:sldMk cId="2735318868" sldId="267"/>
            <ac:picMk id="7" creationId="{A0E849E6-BF0A-1AAA-F054-927FDACCCD16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19:15.469" v="238" actId="1076"/>
          <ac:picMkLst>
            <pc:docMk/>
            <pc:sldMk cId="2735318868" sldId="267"/>
            <ac:picMk id="8" creationId="{F9C5C6CB-FAD0-AA60-9501-71B3E558BFE4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19:20.516" v="240" actId="1076"/>
          <ac:picMkLst>
            <pc:docMk/>
            <pc:sldMk cId="2735318868" sldId="267"/>
            <ac:picMk id="9" creationId="{2F02F560-2E33-039F-EC58-C7EFC37A9E58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50.341" v="235"/>
          <ac:picMkLst>
            <pc:docMk/>
            <pc:sldMk cId="2735318868" sldId="267"/>
            <ac:picMk id="10" creationId="{07E5115D-8B8A-9FCD-36A6-44AEC4282B43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3FA07827-2FFB-46CD-D060-3A6ECE10DB2A}"/>
    <pc:docChg chg="modSld">
      <pc:chgData name="MARCELO JARDIM SOARES JUNIOR" userId="S::marcelo.junior.mj1@csn.com.br::e084be25-f1b7-44aa-a097-a73ec2417b13" providerId="AD" clId="Web-{3FA07827-2FFB-46CD-D060-3A6ECE10DB2A}" dt="2023-09-25T17:30:43.067" v="42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3FA07827-2FFB-46CD-D060-3A6ECE10DB2A}" dt="2023-09-25T17:30:43.067" v="42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3FA07827-2FFB-46CD-D060-3A6ECE10DB2A}" dt="2023-09-25T17:22:35.349" v="2" actId="20577"/>
          <ac:spMkLst>
            <pc:docMk/>
            <pc:sldMk cId="0" sldId="256"/>
            <ac:spMk id="18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3FA07827-2FFB-46CD-D060-3A6ECE10DB2A}" dt="2023-09-25T17:27:19.733" v="3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3FA07827-2FFB-46CD-D060-3A6ECE10DB2A}" dt="2023-09-25T17:30:43.067" v="42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CELO JARDIM SOARES JUNIOR" userId="S::marcelo.junior.mj1@csn.com.br::e084be25-f1b7-44aa-a097-a73ec2417b13" providerId="AD" clId="Web-{3FA07827-2FFB-46CD-D060-3A6ECE10DB2A}" dt="2023-09-25T17:22:54.553" v="9" actId="14100"/>
          <ac:picMkLst>
            <pc:docMk/>
            <pc:sldMk cId="0" sldId="256"/>
            <ac:picMk id="2" creationId="{09D615DE-650C-85CC-4F97-3A62C28E9F04}"/>
          </ac:picMkLst>
        </pc:picChg>
        <pc:picChg chg="add mod">
          <ac:chgData name="MARCELO JARDIM SOARES JUNIOR" userId="S::marcelo.junior.mj1@csn.com.br::e084be25-f1b7-44aa-a097-a73ec2417b13" providerId="AD" clId="Web-{3FA07827-2FFB-46CD-D060-3A6ECE10DB2A}" dt="2023-09-25T17:23:07.772" v="14" actId="1076"/>
          <ac:picMkLst>
            <pc:docMk/>
            <pc:sldMk cId="0" sldId="256"/>
            <ac:picMk id="4" creationId="{CA4951E8-6EC7-2BC6-C48E-6185FE965308}"/>
          </ac:picMkLst>
        </pc:picChg>
        <pc:picChg chg="del">
          <ac:chgData name="MARCELO JARDIM SOARES JUNIOR" userId="S::marcelo.junior.mj1@csn.com.br::e084be25-f1b7-44aa-a097-a73ec2417b13" providerId="AD" clId="Web-{3FA07827-2FFB-46CD-D060-3A6ECE10DB2A}" dt="2023-09-25T17:22:27.630" v="0"/>
          <ac:picMkLst>
            <pc:docMk/>
            <pc:sldMk cId="0" sldId="256"/>
            <ac:picMk id="6" creationId="{CB9ADEBB-67A0-B503-4CB0-173F27150B3A}"/>
          </ac:picMkLst>
        </pc:picChg>
      </pc:sldChg>
    </pc:docChg>
  </pc:docChgLst>
  <pc:docChgLst>
    <pc:chgData name="MARIANA MATIAS MELENGATE" userId="S::mariana.melengate@csn.com.br::2ccf716e-76bf-4a28-9405-3486cc2f2957" providerId="AD" clId="Web-{6428FCB6-D658-7DAC-280F-BAA6082917E0}"/>
    <pc:docChg chg="modSld">
      <pc:chgData name="MARIANA MATIAS MELENGATE" userId="S::mariana.melengate@csn.com.br::2ccf716e-76bf-4a28-9405-3486cc2f2957" providerId="AD" clId="Web-{6428FCB6-D658-7DAC-280F-BAA6082917E0}" dt="2023-03-14T16:12:50.066" v="5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428FCB6-D658-7DAC-280F-BAA6082917E0}" dt="2023-03-14T16:12:50.066" v="57" actId="20577"/>
        <pc:sldMkLst>
          <pc:docMk/>
          <pc:sldMk cId="0" sldId="256"/>
        </pc:sldMkLst>
        <pc:spChg chg="add del mod">
          <ac:chgData name="MARIANA MATIAS MELENGATE" userId="S::mariana.melengate@csn.com.br::2ccf716e-76bf-4a28-9405-3486cc2f2957" providerId="AD" clId="Web-{6428FCB6-D658-7DAC-280F-BAA6082917E0}" dt="2023-03-14T16:12:50.066" v="57" actId="20577"/>
          <ac:spMkLst>
            <pc:docMk/>
            <pc:sldMk cId="0" sldId="256"/>
            <ac:spMk id="190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6428FCB6-D658-7DAC-280F-BAA6082917E0}" dt="2023-03-14T16:11:12.783" v="0"/>
          <ac:picMkLst>
            <pc:docMk/>
            <pc:sldMk cId="0" sldId="256"/>
            <ac:picMk id="2" creationId="{189DC453-91C7-2BAC-D1DD-A7B7AAC5842C}"/>
          </ac:picMkLst>
        </pc:picChg>
        <pc:picChg chg="add mod">
          <ac:chgData name="MARIANA MATIAS MELENGATE" userId="S::mariana.melengate@csn.com.br::2ccf716e-76bf-4a28-9405-3486cc2f2957" providerId="AD" clId="Web-{6428FCB6-D658-7DAC-280F-BAA6082917E0}" dt="2023-03-14T16:11:55.440" v="3" actId="1076"/>
          <ac:picMkLst>
            <pc:docMk/>
            <pc:sldMk cId="0" sldId="256"/>
            <ac:picMk id="5" creationId="{F27985AB-BCA4-F35B-4DC4-ABD2986F5592}"/>
          </ac:picMkLst>
        </pc:picChg>
      </pc:sldChg>
    </pc:docChg>
  </pc:docChgLst>
  <pc:docChgLst>
    <pc:chgData name="MARIANA MATIAS MELENGATE" userId="S::mariana.melengate@csn.com.br::2ccf716e-76bf-4a28-9405-3486cc2f2957" providerId="AD" clId="Web-{BAA85D49-B352-6EB4-D0C2-0A1DF94A6C5E}"/>
    <pc:docChg chg="modSld">
      <pc:chgData name="MARIANA MATIAS MELENGATE" userId="S::mariana.melengate@csn.com.br::2ccf716e-76bf-4a28-9405-3486cc2f2957" providerId="AD" clId="Web-{BAA85D49-B352-6EB4-D0C2-0A1DF94A6C5E}" dt="2023-11-13T10:52:44.444" v="3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AA85D49-B352-6EB4-D0C2-0A1DF94A6C5E}" dt="2023-11-13T10:52:44.444" v="3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AA85D49-B352-6EB4-D0C2-0A1DF94A6C5E}" dt="2023-11-13T10:52:10.443" v="3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AA85D49-B352-6EB4-D0C2-0A1DF94A6C5E}" dt="2023-11-13T10:52:15.256" v="34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AA85D49-B352-6EB4-D0C2-0A1DF94A6C5E}" dt="2023-11-13T10:52:44.444" v="39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BAA85D49-B352-6EB4-D0C2-0A1DF94A6C5E}" dt="2023-11-13T10:50:45.736" v="0"/>
          <ac:picMkLst>
            <pc:docMk/>
            <pc:sldMk cId="0" sldId="256"/>
            <ac:picMk id="2" creationId="{2839700F-421F-CDCC-454B-B7EA8BCADE8F}"/>
          </ac:picMkLst>
        </pc:picChg>
        <pc:picChg chg="del">
          <ac:chgData name="MARIANA MATIAS MELENGATE" userId="S::mariana.melengate@csn.com.br::2ccf716e-76bf-4a28-9405-3486cc2f2957" providerId="AD" clId="Web-{BAA85D49-B352-6EB4-D0C2-0A1DF94A6C5E}" dt="2023-11-13T10:51:01.877" v="6"/>
          <ac:picMkLst>
            <pc:docMk/>
            <pc:sldMk cId="0" sldId="256"/>
            <ac:picMk id="4" creationId="{8CB3D0C2-6D68-BD87-5FAA-DAD19307CC0C}"/>
          </ac:picMkLst>
        </pc:picChg>
        <pc:picChg chg="add mod">
          <ac:chgData name="MARIANA MATIAS MELENGATE" userId="S::mariana.melengate@csn.com.br::2ccf716e-76bf-4a28-9405-3486cc2f2957" providerId="AD" clId="Web-{BAA85D49-B352-6EB4-D0C2-0A1DF94A6C5E}" dt="2023-11-13T10:51:00.284" v="5" actId="1076"/>
          <ac:picMkLst>
            <pc:docMk/>
            <pc:sldMk cId="0" sldId="256"/>
            <ac:picMk id="5" creationId="{5F95B0C9-5190-0AC1-1898-5CCDF9A96FEA}"/>
          </ac:picMkLst>
        </pc:picChg>
        <pc:picChg chg="add mod">
          <ac:chgData name="MARIANA MATIAS MELENGATE" userId="S::mariana.melengate@csn.com.br::2ccf716e-76bf-4a28-9405-3486cc2f2957" providerId="AD" clId="Web-{BAA85D49-B352-6EB4-D0C2-0A1DF94A6C5E}" dt="2023-11-13T10:51:22.535" v="8" actId="1076"/>
          <ac:picMkLst>
            <pc:docMk/>
            <pc:sldMk cId="0" sldId="256"/>
            <ac:picMk id="6" creationId="{6DAF63AB-79A8-750E-2310-1F0BCC6EB542}"/>
          </ac:picMkLst>
        </pc:picChg>
        <pc:picChg chg="del">
          <ac:chgData name="MARIANA MATIAS MELENGATE" userId="S::mariana.melengate@csn.com.br::2ccf716e-76bf-4a28-9405-3486cc2f2957" providerId="AD" clId="Web-{BAA85D49-B352-6EB4-D0C2-0A1DF94A6C5E}" dt="2023-11-13T10:52:15.678" v="35"/>
          <ac:picMkLst>
            <pc:docMk/>
            <pc:sldMk cId="0" sldId="256"/>
            <ac:picMk id="7" creationId="{6BDAB3C7-67BA-CB42-027D-CA9DD281C63C}"/>
          </ac:picMkLst>
        </pc:picChg>
        <pc:picChg chg="add mod">
          <ac:chgData name="MARIANA MATIAS MELENGATE" userId="S::mariana.melengate@csn.com.br::2ccf716e-76bf-4a28-9405-3486cc2f2957" providerId="AD" clId="Web-{BAA85D49-B352-6EB4-D0C2-0A1DF94A6C5E}" dt="2023-11-13T10:52:28.287" v="37" actId="1076"/>
          <ac:picMkLst>
            <pc:docMk/>
            <pc:sldMk cId="0" sldId="256"/>
            <ac:picMk id="9" creationId="{74B12589-FB0D-392A-DE91-A4745BE8E714}"/>
          </ac:picMkLst>
        </pc:picChg>
      </pc:sldChg>
    </pc:docChg>
  </pc:docChgLst>
  <pc:docChgLst>
    <pc:chgData name="MARIANA MATIAS MELENGATE" userId="S::mariana.melengate@csn.com.br::2ccf716e-76bf-4a28-9405-3486cc2f2957" providerId="AD" clId="Web-{5DA26BB0-D835-F643-D383-510C4EAC40AD}"/>
    <pc:docChg chg="modSld">
      <pc:chgData name="MARIANA MATIAS MELENGATE" userId="S::mariana.melengate@csn.com.br::2ccf716e-76bf-4a28-9405-3486cc2f2957" providerId="AD" clId="Web-{5DA26BB0-D835-F643-D383-510C4EAC40AD}" dt="2023-06-12T10:53:21.847" v="6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5DA26BB0-D835-F643-D383-510C4EAC40AD}" dt="2023-06-12T10:53:21.847" v="63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5DA26BB0-D835-F643-D383-510C4EAC40AD}" dt="2023-06-12T10:52:41.784" v="5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DA26BB0-D835-F643-D383-510C4EAC40AD}" dt="2023-06-12T10:52:49.706" v="55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DA26BB0-D835-F643-D383-510C4EAC40AD}" dt="2023-06-12T10:53:21.847" v="63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5DA26BB0-D835-F643-D383-510C4EAC40AD}" dt="2023-06-12T10:51:08.547" v="0"/>
          <ac:picMkLst>
            <pc:docMk/>
            <pc:sldMk cId="0" sldId="256"/>
            <ac:picMk id="2" creationId="{3DEF48ED-4ADB-9120-35ED-9AECA8511894}"/>
          </ac:picMkLst>
        </pc:picChg>
        <pc:picChg chg="add mod">
          <ac:chgData name="MARIANA MATIAS MELENGATE" userId="S::mariana.melengate@csn.com.br::2ccf716e-76bf-4a28-9405-3486cc2f2957" providerId="AD" clId="Web-{5DA26BB0-D835-F643-D383-510C4EAC40AD}" dt="2023-06-12T10:51:21.516" v="3" actId="1076"/>
          <ac:picMkLst>
            <pc:docMk/>
            <pc:sldMk cId="0" sldId="256"/>
            <ac:picMk id="4" creationId="{F5A2C162-6F0A-EE7B-BB9E-7E8366952577}"/>
          </ac:picMkLst>
        </pc:picChg>
        <pc:picChg chg="del">
          <ac:chgData name="MARIANA MATIAS MELENGATE" userId="S::mariana.melengate@csn.com.br::2ccf716e-76bf-4a28-9405-3486cc2f2957" providerId="AD" clId="Web-{5DA26BB0-D835-F643-D383-510C4EAC40AD}" dt="2023-06-12T10:53:02.612" v="59"/>
          <ac:picMkLst>
            <pc:docMk/>
            <pc:sldMk cId="0" sldId="256"/>
            <ac:picMk id="5" creationId="{8DDF2856-CE1E-B8DC-E007-BC73B245ACB4}"/>
          </ac:picMkLst>
        </pc:picChg>
        <pc:picChg chg="add mod">
          <ac:chgData name="MARIANA MATIAS MELENGATE" userId="S::mariana.melengate@csn.com.br::2ccf716e-76bf-4a28-9405-3486cc2f2957" providerId="AD" clId="Web-{5DA26BB0-D835-F643-D383-510C4EAC40AD}" dt="2023-06-12T10:53:00.175" v="58" actId="1076"/>
          <ac:picMkLst>
            <pc:docMk/>
            <pc:sldMk cId="0" sldId="256"/>
            <ac:picMk id="6" creationId="{B3BE87D0-898A-5F32-8586-7118E9AD548B}"/>
          </ac:picMkLst>
        </pc:picChg>
        <pc:picChg chg="del">
          <ac:chgData name="MARIANA MATIAS MELENGATE" userId="S::mariana.melengate@csn.com.br::2ccf716e-76bf-4a28-9405-3486cc2f2957" providerId="AD" clId="Web-{5DA26BB0-D835-F643-D383-510C4EAC40AD}" dt="2023-06-12T10:52:53.128" v="56"/>
          <ac:picMkLst>
            <pc:docMk/>
            <pc:sldMk cId="0" sldId="256"/>
            <ac:picMk id="7" creationId="{91AD54C8-A9EB-CC2E-52F8-4850CF9B6E9F}"/>
          </ac:picMkLst>
        </pc:picChg>
        <pc:picChg chg="add mod">
          <ac:chgData name="MARIANA MATIAS MELENGATE" userId="S::mariana.melengate@csn.com.br::2ccf716e-76bf-4a28-9405-3486cc2f2957" providerId="AD" clId="Web-{5DA26BB0-D835-F643-D383-510C4EAC40AD}" dt="2023-06-12T10:53:07.440" v="61" actId="1076"/>
          <ac:picMkLst>
            <pc:docMk/>
            <pc:sldMk cId="0" sldId="256"/>
            <ac:picMk id="8" creationId="{FD90B86F-E8A4-2B47-B43E-A2D69E6ED8BE}"/>
          </ac:picMkLst>
        </pc:picChg>
      </pc:sldChg>
    </pc:docChg>
  </pc:docChgLst>
  <pc:docChgLst>
    <pc:chgData name="MARIANA MATIAS MELENGATE" userId="S::mariana.melengate@csn.com.br::2ccf716e-76bf-4a28-9405-3486cc2f2957" providerId="AD" clId="Web-{191ABC50-7DED-6318-E416-B3921B8559F9}"/>
    <pc:docChg chg="addSld modSld sldOrd">
      <pc:chgData name="MARIANA MATIAS MELENGATE" userId="S::mariana.melengate@csn.com.br::2ccf716e-76bf-4a28-9405-3486cc2f2957" providerId="AD" clId="Web-{191ABC50-7DED-6318-E416-B3921B8559F9}" dt="2023-03-14T17:01:31.007" v="150"/>
      <pc:docMkLst>
        <pc:docMk/>
      </pc:docMkLst>
      <pc:sldChg chg="delSp modSp">
        <pc:chgData name="MARIANA MATIAS MELENGATE" userId="S::mariana.melengate@csn.com.br::2ccf716e-76bf-4a28-9405-3486cc2f2957" providerId="AD" clId="Web-{191ABC50-7DED-6318-E416-B3921B8559F9}" dt="2023-03-14T17:01:23.491" v="14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91ABC50-7DED-6318-E416-B3921B8559F9}" dt="2023-03-14T16:30:54.832" v="8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91ABC50-7DED-6318-E416-B3921B8559F9}" dt="2023-03-14T17:01:23.491" v="14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91ABC50-7DED-6318-E416-B3921B8559F9}" dt="2023-03-14T16:57:05.547" v="141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91ABC50-7DED-6318-E416-B3921B8559F9}" dt="2023-03-14T16:57:00.266" v="137"/>
          <ac:picMkLst>
            <pc:docMk/>
            <pc:sldMk cId="0" sldId="256"/>
            <ac:picMk id="4" creationId="{721C9C84-3224-A66D-8E0D-77D9389CB0AF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29:20.408" v="0"/>
          <ac:picMkLst>
            <pc:docMk/>
            <pc:sldMk cId="0" sldId="256"/>
            <ac:picMk id="5" creationId="{F27985AB-BCA4-F35B-4DC4-ABD2986F5592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56:57.687" v="135"/>
          <ac:picMkLst>
            <pc:docMk/>
            <pc:sldMk cId="0" sldId="256"/>
            <ac:picMk id="7" creationId="{50312051-DEC6-6B37-F88D-64F7FC91DD6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56:58.672" v="136"/>
          <ac:picMkLst>
            <pc:docMk/>
            <pc:sldMk cId="0" sldId="256"/>
            <ac:picMk id="9" creationId="{A8334DF8-FBEE-52FE-96E0-CE0E4DBEE2B5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41.533" v="28"/>
        <pc:sldMkLst>
          <pc:docMk/>
          <pc:sldMk cId="2583724520" sldId="257"/>
        </pc:sldMkLst>
        <pc:picChg chg="del">
          <ac:chgData name="MARIANA MATIAS MELENGATE" userId="S::mariana.melengate@csn.com.br::2ccf716e-76bf-4a28-9405-3486cc2f2957" providerId="AD" clId="Web-{191ABC50-7DED-6318-E416-B3921B8559F9}" dt="2023-03-14T16:38:38.267" v="25"/>
          <ac:picMkLst>
            <pc:docMk/>
            <pc:sldMk cId="2583724520" sldId="257"/>
            <ac:picMk id="7" creationId="{8F1AB717-1EE7-77C8-2D6A-BEF799FB1399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9.345" v="26"/>
          <ac:picMkLst>
            <pc:docMk/>
            <pc:sldMk cId="2583724520" sldId="257"/>
            <ac:picMk id="8" creationId="{4C22C1F7-9AC2-F442-4EF2-C79A3CFBB94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0.361" v="27"/>
          <ac:picMkLst>
            <pc:docMk/>
            <pc:sldMk cId="2583724520" sldId="257"/>
            <ac:picMk id="9" creationId="{07083309-07A2-678C-0873-1F47F97F49A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1.533" v="28"/>
          <ac:picMkLst>
            <pc:docMk/>
            <pc:sldMk cId="2583724520" sldId="257"/>
            <ac:picMk id="10" creationId="{5F1FDBD2-C354-8C75-00EC-5D999D20EC14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7:01:31.007" v="150"/>
        <pc:sldMkLst>
          <pc:docMk/>
          <pc:sldMk cId="4269806723" sldId="258"/>
        </pc:sldMkLst>
        <pc:picChg chg="del">
          <ac:chgData name="MARIANA MATIAS MELENGATE" userId="S::mariana.melengate@csn.com.br::2ccf716e-76bf-4a28-9405-3486cc2f2957" providerId="AD" clId="Web-{191ABC50-7DED-6318-E416-B3921B8559F9}" dt="2023-03-14T17:01:29.117" v="149"/>
          <ac:picMkLst>
            <pc:docMk/>
            <pc:sldMk cId="4269806723" sldId="258"/>
            <ac:picMk id="4" creationId="{41CD6005-A842-BA0A-945B-8FFA24807618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6.595" v="29"/>
          <ac:picMkLst>
            <pc:docMk/>
            <pc:sldMk cId="4269806723" sldId="258"/>
            <ac:picMk id="5" creationId="{05490357-7F7D-4AB4-AF6B-9D4DD0B1FB8A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7.767" v="30"/>
          <ac:picMkLst>
            <pc:docMk/>
            <pc:sldMk cId="4269806723" sldId="258"/>
            <ac:picMk id="7" creationId="{D0E7BD2E-9220-A0F8-1B8C-30984A872C11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7:01:31.007" v="150"/>
          <ac:picMkLst>
            <pc:docMk/>
            <pc:sldMk cId="4269806723" sldId="258"/>
            <ac:picMk id="10" creationId="{4E10C440-4F7A-8A5A-AAFB-24D8F969145D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7:01:27.851" v="148"/>
          <ac:picMkLst>
            <pc:docMk/>
            <pc:sldMk cId="4269806723" sldId="258"/>
            <ac:picMk id="11" creationId="{8D634D50-92A7-F90C-C6DF-490776AD1FBC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35.173" v="24"/>
        <pc:sldMkLst>
          <pc:docMk/>
          <pc:sldMk cId="3063489698" sldId="259"/>
        </pc:sldMkLst>
        <pc:picChg chg="del">
          <ac:chgData name="MARIANA MATIAS MELENGATE" userId="S::mariana.melengate@csn.com.br::2ccf716e-76bf-4a28-9405-3486cc2f2957" providerId="AD" clId="Web-{191ABC50-7DED-6318-E416-B3921B8559F9}" dt="2023-03-14T16:38:32.251" v="21"/>
          <ac:picMkLst>
            <pc:docMk/>
            <pc:sldMk cId="3063489698" sldId="259"/>
            <ac:picMk id="2" creationId="{C9F783F2-6DE4-3D04-D863-8F5BEA73C143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3.110" v="22"/>
          <ac:picMkLst>
            <pc:docMk/>
            <pc:sldMk cId="3063489698" sldId="259"/>
            <ac:picMk id="4" creationId="{9FD4F516-81C1-256A-FC6A-106903753A88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4.017" v="23"/>
          <ac:picMkLst>
            <pc:docMk/>
            <pc:sldMk cId="3063489698" sldId="259"/>
            <ac:picMk id="5" creationId="{21861F81-9B87-D5CE-302B-2446470A7CE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5.173" v="24"/>
          <ac:picMkLst>
            <pc:docMk/>
            <pc:sldMk cId="3063489698" sldId="259"/>
            <ac:picMk id="6" creationId="{0BEB83B1-DA93-2114-EAE3-182E6A27CCBC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27.048" v="20"/>
        <pc:sldMkLst>
          <pc:docMk/>
          <pc:sldMk cId="975814026" sldId="260"/>
        </pc:sldMkLst>
        <pc:picChg chg="del">
          <ac:chgData name="MARIANA MATIAS MELENGATE" userId="S::mariana.melengate@csn.com.br::2ccf716e-76bf-4a28-9405-3486cc2f2957" providerId="AD" clId="Web-{191ABC50-7DED-6318-E416-B3921B8559F9}" dt="2023-03-14T16:38:23.220" v="17"/>
          <ac:picMkLst>
            <pc:docMk/>
            <pc:sldMk cId="975814026" sldId="260"/>
            <ac:picMk id="7" creationId="{4A5D4F87-3C9D-017E-7331-DA8C756372E1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24.188" v="18"/>
          <ac:picMkLst>
            <pc:docMk/>
            <pc:sldMk cId="975814026" sldId="260"/>
            <ac:picMk id="8" creationId="{30B63AAE-3B83-8F53-261B-067E73037F0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25.235" v="19"/>
          <ac:picMkLst>
            <pc:docMk/>
            <pc:sldMk cId="975814026" sldId="260"/>
            <ac:picMk id="9" creationId="{66A523A3-C6D7-01B7-B413-615B6BE34883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27.048" v="20"/>
          <ac:picMkLst>
            <pc:docMk/>
            <pc:sldMk cId="975814026" sldId="260"/>
            <ac:picMk id="10" creationId="{3F4EAC4F-FCC1-4C81-E62B-50F272DB4E8D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19.548" v="16"/>
        <pc:sldMkLst>
          <pc:docMk/>
          <pc:sldMk cId="3899273041" sldId="261"/>
        </pc:sldMkLst>
        <pc:picChg chg="del">
          <ac:chgData name="MARIANA MATIAS MELENGATE" userId="S::mariana.melengate@csn.com.br::2ccf716e-76bf-4a28-9405-3486cc2f2957" providerId="AD" clId="Web-{191ABC50-7DED-6318-E416-B3921B8559F9}" dt="2023-03-14T16:38:18.673" v="15"/>
          <ac:picMkLst>
            <pc:docMk/>
            <pc:sldMk cId="3899273041" sldId="261"/>
            <ac:picMk id="2" creationId="{8D8119D0-547E-599F-A147-1C126005474C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9.548" v="16"/>
          <ac:picMkLst>
            <pc:docMk/>
            <pc:sldMk cId="3899273041" sldId="261"/>
            <ac:picMk id="4" creationId="{23AA0213-A6C6-6BB7-584D-F9DA61106037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7.532" v="14"/>
          <ac:picMkLst>
            <pc:docMk/>
            <pc:sldMk cId="3899273041" sldId="261"/>
            <ac:picMk id="5" creationId="{4769383A-6116-161C-982A-DC9F6C501085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5.251" v="13"/>
          <ac:picMkLst>
            <pc:docMk/>
            <pc:sldMk cId="3899273041" sldId="261"/>
            <ac:picMk id="6" creationId="{AC1CAB60-1F00-A47C-0273-0D08C1CFCBD6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11.891" v="12"/>
        <pc:sldMkLst>
          <pc:docMk/>
          <pc:sldMk cId="4024486421" sldId="262"/>
        </pc:sldMkLst>
        <pc:picChg chg="del">
          <ac:chgData name="MARIANA MATIAS MELENGATE" userId="S::mariana.melengate@csn.com.br::2ccf716e-76bf-4a28-9405-3486cc2f2957" providerId="AD" clId="Web-{191ABC50-7DED-6318-E416-B3921B8559F9}" dt="2023-03-14T16:38:11.141" v="11"/>
          <ac:picMkLst>
            <pc:docMk/>
            <pc:sldMk cId="4024486421" sldId="262"/>
            <ac:picMk id="7" creationId="{89DF4E82-2FCC-A681-34F6-2D3E50E3B9F1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1.891" v="12"/>
          <ac:picMkLst>
            <pc:docMk/>
            <pc:sldMk cId="4024486421" sldId="262"/>
            <ac:picMk id="8" creationId="{C1E9A125-053B-BAEA-1A1E-5F17B79CB20A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09.969" v="10"/>
          <ac:picMkLst>
            <pc:docMk/>
            <pc:sldMk cId="4024486421" sldId="262"/>
            <ac:picMk id="9" creationId="{863A8322-2FDA-BBED-C1AD-DDDBD8F16425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08.391" v="9"/>
          <ac:picMkLst>
            <pc:docMk/>
            <pc:sldMk cId="4024486421" sldId="262"/>
            <ac:picMk id="10" creationId="{8D55CA18-6AE6-685D-ADA4-7AA94EC69EDE}"/>
          </ac:picMkLst>
        </pc:picChg>
      </pc:sldChg>
      <pc:sldChg chg="addSp delSp modSp new ord">
        <pc:chgData name="MARIANA MATIAS MELENGATE" userId="S::mariana.melengate@csn.com.br::2ccf716e-76bf-4a28-9405-3486cc2f2957" providerId="AD" clId="Web-{191ABC50-7DED-6318-E416-B3921B8559F9}" dt="2023-03-14T16:56:54.015" v="134" actId="20577"/>
        <pc:sldMkLst>
          <pc:docMk/>
          <pc:sldMk cId="2928551198" sldId="263"/>
        </pc:sldMkLst>
        <pc:spChg chg="del mod">
          <ac:chgData name="MARIANA MATIAS MELENGATE" userId="S::mariana.melengate@csn.com.br::2ccf716e-76bf-4a28-9405-3486cc2f2957" providerId="AD" clId="Web-{191ABC50-7DED-6318-E416-B3921B8559F9}" dt="2023-03-14T16:40:51.536" v="38"/>
          <ac:spMkLst>
            <pc:docMk/>
            <pc:sldMk cId="2928551198" sldId="263"/>
            <ac:spMk id="2" creationId="{E1158924-1DEA-505F-4E89-016AFCE67395}"/>
          </ac:spMkLst>
        </pc:spChg>
        <pc:spChg chg="del mod">
          <ac:chgData name="MARIANA MATIAS MELENGATE" userId="S::mariana.melengate@csn.com.br::2ccf716e-76bf-4a28-9405-3486cc2f2957" providerId="AD" clId="Web-{191ABC50-7DED-6318-E416-B3921B8559F9}" dt="2023-03-14T16:40:46.692" v="36"/>
          <ac:spMkLst>
            <pc:docMk/>
            <pc:sldMk cId="2928551198" sldId="263"/>
            <ac:spMk id="3" creationId="{25364378-6085-714F-7BAB-DF938970663A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3:26.713" v="82" actId="14100"/>
          <ac:spMkLst>
            <pc:docMk/>
            <pc:sldMk cId="2928551198" sldId="263"/>
            <ac:spMk id="9" creationId="{04EBE4CC-2D12-CC10-43D8-4443469075D3}"/>
          </ac:spMkLst>
        </pc:spChg>
        <pc:spChg chg="add del">
          <ac:chgData name="MARIANA MATIAS MELENGATE" userId="S::mariana.melengate@csn.com.br::2ccf716e-76bf-4a28-9405-3486cc2f2957" providerId="AD" clId="Web-{191ABC50-7DED-6318-E416-B3921B8559F9}" dt="2023-03-14T16:43:33.166" v="58"/>
          <ac:spMkLst>
            <pc:docMk/>
            <pc:sldMk cId="2928551198" sldId="263"/>
            <ac:spMk id="11" creationId="{57470D3C-EF81-1D74-2330-9329509B3C32}"/>
          </ac:spMkLst>
        </pc:spChg>
        <pc:spChg chg="add del">
          <ac:chgData name="MARIANA MATIAS MELENGATE" userId="S::mariana.melengate@csn.com.br::2ccf716e-76bf-4a28-9405-3486cc2f2957" providerId="AD" clId="Web-{191ABC50-7DED-6318-E416-B3921B8559F9}" dt="2023-03-14T16:49:36.691" v="60"/>
          <ac:spMkLst>
            <pc:docMk/>
            <pc:sldMk cId="2928551198" sldId="263"/>
            <ac:spMk id="13" creationId="{83B9BD0E-3742-BC1F-6492-09D7AECDDFBD}"/>
          </ac:spMkLst>
        </pc:spChg>
        <pc:spChg chg="add del mod">
          <ac:chgData name="MARIANA MATIAS MELENGATE" userId="S::mariana.melengate@csn.com.br::2ccf716e-76bf-4a28-9405-3486cc2f2957" providerId="AD" clId="Web-{191ABC50-7DED-6318-E416-B3921B8559F9}" dt="2023-03-14T16:51:47.038" v="70"/>
          <ac:spMkLst>
            <pc:docMk/>
            <pc:sldMk cId="2928551198" sldId="263"/>
            <ac:spMk id="14" creationId="{64992B6A-081B-5BB1-B184-683906B97FE7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6:54.015" v="134" actId="20577"/>
          <ac:spMkLst>
            <pc:docMk/>
            <pc:sldMk cId="2928551198" sldId="263"/>
            <ac:spMk id="15" creationId="{21E6F226-6D45-0CC4-A1D1-6D8A2CB4CF08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4:27.918" v="90" actId="1076"/>
          <ac:spMkLst>
            <pc:docMk/>
            <pc:sldMk cId="2928551198" sldId="263"/>
            <ac:spMk id="17" creationId="{1CFFE98F-57B7-1D2E-BEC0-E15248F062C3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5:01.434" v="101" actId="20577"/>
          <ac:spMkLst>
            <pc:docMk/>
            <pc:sldMk cId="2928551198" sldId="263"/>
            <ac:spMk id="18" creationId="{AD0D33DE-95D2-F2E7-3227-51D9D8D05060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5:30.779" v="105" actId="1076"/>
          <ac:spMkLst>
            <pc:docMk/>
            <pc:sldMk cId="2928551198" sldId="263"/>
            <ac:spMk id="20" creationId="{39EBF011-978F-91F2-75C9-DDCD560AD34A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5:46.201" v="107" actId="1076"/>
          <ac:spMkLst>
            <pc:docMk/>
            <pc:sldMk cId="2928551198" sldId="263"/>
            <ac:spMk id="21" creationId="{15EB09F3-7AF2-A505-3872-CACB50B72911}"/>
          </ac:spMkLst>
        </pc:spChg>
        <pc:spChg chg="add del mod">
          <ac:chgData name="MARIANA MATIAS MELENGATE" userId="S::mariana.melengate@csn.com.br::2ccf716e-76bf-4a28-9405-3486cc2f2957" providerId="AD" clId="Web-{191ABC50-7DED-6318-E416-B3921B8559F9}" dt="2023-03-14T16:56:10.967" v="114"/>
          <ac:spMkLst>
            <pc:docMk/>
            <pc:sldMk cId="2928551198" sldId="263"/>
            <ac:spMk id="22" creationId="{D656E60B-9377-90A6-CF97-43D73DB50100}"/>
          </ac:spMkLst>
        </pc:spChg>
        <pc:spChg chg="add del">
          <ac:chgData name="MARIANA MATIAS MELENGATE" userId="S::mariana.melengate@csn.com.br::2ccf716e-76bf-4a28-9405-3486cc2f2957" providerId="AD" clId="Web-{191ABC50-7DED-6318-E416-B3921B8559F9}" dt="2023-03-14T16:55:55.623" v="110"/>
          <ac:spMkLst>
            <pc:docMk/>
            <pc:sldMk cId="2928551198" sldId="263"/>
            <ac:spMk id="23" creationId="{37F0E891-3D3E-86ED-C472-1F1FE0A6910D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6:20.186" v="116" actId="1076"/>
          <ac:spMkLst>
            <pc:docMk/>
            <pc:sldMk cId="2928551198" sldId="263"/>
            <ac:spMk id="25" creationId="{6FF14075-98AB-1CB5-9E21-5303458AAEBA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6:27.983" v="118" actId="1076"/>
          <ac:spMkLst>
            <pc:docMk/>
            <pc:sldMk cId="2928551198" sldId="263"/>
            <ac:spMk id="26" creationId="{EB93960A-2D2D-DAA9-CD3C-ACAF02FC2625}"/>
          </ac:spMkLst>
        </pc:spChg>
        <pc:picChg chg="add mod">
          <ac:chgData name="MARIANA MATIAS MELENGATE" userId="S::mariana.melengate@csn.com.br::2ccf716e-76bf-4a28-9405-3486cc2f2957" providerId="AD" clId="Web-{191ABC50-7DED-6318-E416-B3921B8559F9}" dt="2023-03-14T16:52:35.883" v="77" actId="14100"/>
          <ac:picMkLst>
            <pc:docMk/>
            <pc:sldMk cId="2928551198" sldId="263"/>
            <ac:picMk id="4" creationId="{D0509682-E032-A58B-A027-131F1BF29565}"/>
          </ac:picMkLst>
        </pc:picChg>
        <pc:picChg chg="add del mod">
          <ac:chgData name="MARIANA MATIAS MELENGATE" userId="S::mariana.melengate@csn.com.br::2ccf716e-76bf-4a28-9405-3486cc2f2957" providerId="AD" clId="Web-{191ABC50-7DED-6318-E416-B3921B8559F9}" dt="2023-03-14T16:53:33.713" v="84"/>
          <ac:picMkLst>
            <pc:docMk/>
            <pc:sldMk cId="2928551198" sldId="263"/>
            <ac:picMk id="5" creationId="{95443D3B-A7BF-232B-D05E-8AABA5126D39}"/>
          </ac:picMkLst>
        </pc:picChg>
        <pc:picChg chg="add del mod">
          <ac:chgData name="MARIANA MATIAS MELENGATE" userId="S::mariana.melengate@csn.com.br::2ccf716e-76bf-4a28-9405-3486cc2f2957" providerId="AD" clId="Web-{191ABC50-7DED-6318-E416-B3921B8559F9}" dt="2023-03-14T16:53:29.541" v="83"/>
          <ac:picMkLst>
            <pc:docMk/>
            <pc:sldMk cId="2928551198" sldId="263"/>
            <ac:picMk id="6" creationId="{9DB5D41B-4DE8-3CBB-A2D1-C1524B330D27}"/>
          </ac:picMkLst>
        </pc:picChg>
        <pc:picChg chg="add del mod">
          <ac:chgData name="MARIANA MATIAS MELENGATE" userId="S::mariana.melengate@csn.com.br::2ccf716e-76bf-4a28-9405-3486cc2f2957" providerId="AD" clId="Web-{191ABC50-7DED-6318-E416-B3921B8559F9}" dt="2023-03-14T16:54:14.902" v="88"/>
          <ac:picMkLst>
            <pc:docMk/>
            <pc:sldMk cId="2928551198" sldId="263"/>
            <ac:picMk id="7" creationId="{8FE275C4-28EF-A8E6-DFAC-19DD7AC561F6}"/>
          </ac:picMkLst>
        </pc:picChg>
        <pc:picChg chg="add mod">
          <ac:chgData name="MARIANA MATIAS MELENGATE" userId="S::mariana.melengate@csn.com.br::2ccf716e-76bf-4a28-9405-3486cc2f2957" providerId="AD" clId="Web-{191ABC50-7DED-6318-E416-B3921B8559F9}" dt="2023-03-14T16:53:45.229" v="86" actId="1076"/>
          <ac:picMkLst>
            <pc:docMk/>
            <pc:sldMk cId="2928551198" sldId="263"/>
            <ac:picMk id="16" creationId="{07D13EFB-F59B-411A-0B05-19F34DA63FDD}"/>
          </ac:picMkLst>
        </pc:picChg>
        <pc:picChg chg="add mod">
          <ac:chgData name="MARIANA MATIAS MELENGATE" userId="S::mariana.melengate@csn.com.br::2ccf716e-76bf-4a28-9405-3486cc2f2957" providerId="AD" clId="Web-{191ABC50-7DED-6318-E416-B3921B8559F9}" dt="2023-03-14T16:55:17.372" v="103" actId="1076"/>
          <ac:picMkLst>
            <pc:docMk/>
            <pc:sldMk cId="2928551198" sldId="263"/>
            <ac:picMk id="19" creationId="{4E877BAF-D7E9-D403-AE7A-F10BA8BBE59F}"/>
          </ac:picMkLst>
        </pc:picChg>
        <pc:picChg chg="add mod">
          <ac:chgData name="MARIANA MATIAS MELENGATE" userId="S::mariana.melengate@csn.com.br::2ccf716e-76bf-4a28-9405-3486cc2f2957" providerId="AD" clId="Web-{191ABC50-7DED-6318-E416-B3921B8559F9}" dt="2023-03-14T16:56:05.170" v="112" actId="1076"/>
          <ac:picMkLst>
            <pc:docMk/>
            <pc:sldMk cId="2928551198" sldId="263"/>
            <ac:picMk id="24" creationId="{E01DBAF6-CDC3-74E3-9B1A-9F8B8A4CA7A1}"/>
          </ac:picMkLst>
        </pc:picChg>
      </pc:sldChg>
    </pc:docChg>
  </pc:docChgLst>
  <pc:docChgLst>
    <pc:chgData name="MARIANA MATIAS MELENGATE" userId="S::mariana.melengate@csn.com.br::2ccf716e-76bf-4a28-9405-3486cc2f2957" providerId="AD" clId="Web-{C1E43307-2B4F-539C-0FD9-64D55FE6E7DC}"/>
    <pc:docChg chg="modSld">
      <pc:chgData name="MARIANA MATIAS MELENGATE" userId="S::mariana.melengate@csn.com.br::2ccf716e-76bf-4a28-9405-3486cc2f2957" providerId="AD" clId="Web-{C1E43307-2B4F-539C-0FD9-64D55FE6E7DC}" dt="2023-09-19T13:05:36.777" v="2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C1E43307-2B4F-539C-0FD9-64D55FE6E7DC}" dt="2023-09-19T13:05:36.777" v="2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C1E43307-2B4F-539C-0FD9-64D55FE6E7DC}" dt="2023-09-19T13:05:31.105" v="2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C1E43307-2B4F-539C-0FD9-64D55FE6E7DC}" dt="2023-09-19T13:05:36.777" v="2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C1E43307-2B4F-539C-0FD9-64D55FE6E7DC}" dt="2023-09-19T13:04:55.292" v="5" actId="1076"/>
          <ac:picMkLst>
            <pc:docMk/>
            <pc:sldMk cId="0" sldId="256"/>
            <ac:picMk id="2" creationId="{8C40FFD0-89FA-BBAD-5117-E79F8FC59A48}"/>
          </ac:picMkLst>
        </pc:picChg>
        <pc:picChg chg="add mod">
          <ac:chgData name="MARIANA MATIAS MELENGATE" userId="S::mariana.melengate@csn.com.br::2ccf716e-76bf-4a28-9405-3486cc2f2957" providerId="AD" clId="Web-{C1E43307-2B4F-539C-0FD9-64D55FE6E7DC}" dt="2023-09-19T13:05:05.558" v="8" actId="1076"/>
          <ac:picMkLst>
            <pc:docMk/>
            <pc:sldMk cId="0" sldId="256"/>
            <ac:picMk id="4" creationId="{894A6F85-9C1B-CDB8-1038-682D17D9FA2D}"/>
          </ac:picMkLst>
        </pc:picChg>
        <pc:picChg chg="del">
          <ac:chgData name="MARIANA MATIAS MELENGATE" userId="S::mariana.melengate@csn.com.br::2ccf716e-76bf-4a28-9405-3486cc2f2957" providerId="AD" clId="Web-{C1E43307-2B4F-539C-0FD9-64D55FE6E7DC}" dt="2023-09-19T13:04:41.823" v="0"/>
          <ac:picMkLst>
            <pc:docMk/>
            <pc:sldMk cId="0" sldId="256"/>
            <ac:picMk id="7" creationId="{57D86BB2-FD7E-0C70-2C9E-A09E4ACA08B0}"/>
          </ac:picMkLst>
        </pc:picChg>
        <pc:picChg chg="del">
          <ac:chgData name="MARIANA MATIAS MELENGATE" userId="S::mariana.melengate@csn.com.br::2ccf716e-76bf-4a28-9405-3486cc2f2957" providerId="AD" clId="Web-{C1E43307-2B4F-539C-0FD9-64D55FE6E7DC}" dt="2023-09-19T13:04:57.167" v="6"/>
          <ac:picMkLst>
            <pc:docMk/>
            <pc:sldMk cId="0" sldId="256"/>
            <ac:picMk id="8" creationId="{8A0D9C6F-793C-EF29-31C7-224B24C337C2}"/>
          </ac:picMkLst>
        </pc:picChg>
      </pc:sldChg>
    </pc:docChg>
  </pc:docChgLst>
  <pc:docChgLst>
    <pc:chgData name="MARIANA MATIAS MELENGATE" userId="S::mariana.melengate@csn.com.br::2ccf716e-76bf-4a28-9405-3486cc2f2957" providerId="AD" clId="Web-{71068264-EF33-AFF4-61C1-D47BE9AD0EF4}"/>
    <pc:docChg chg="modSld">
      <pc:chgData name="MARIANA MATIAS MELENGATE" userId="S::mariana.melengate@csn.com.br::2ccf716e-76bf-4a28-9405-3486cc2f2957" providerId="AD" clId="Web-{71068264-EF33-AFF4-61C1-D47BE9AD0EF4}" dt="2023-12-11T12:04:00.296" v="32" actId="1076"/>
      <pc:docMkLst>
        <pc:docMk/>
      </pc:docMkLst>
      <pc:sldChg chg="addSp delSp modSp">
        <pc:chgData name="MARIANA MATIAS MELENGATE" userId="S::mariana.melengate@csn.com.br::2ccf716e-76bf-4a28-9405-3486cc2f2957" providerId="AD" clId="Web-{71068264-EF33-AFF4-61C1-D47BE9AD0EF4}" dt="2023-12-11T12:04:00.296" v="3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71068264-EF33-AFF4-61C1-D47BE9AD0EF4}" dt="2023-12-11T12:03:38.811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068264-EF33-AFF4-61C1-D47BE9AD0EF4}" dt="2023-12-11T12:03:51.671" v="2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71068264-EF33-AFF4-61C1-D47BE9AD0EF4}" dt="2023-12-11T12:03:11.966" v="5" actId="1076"/>
          <ac:picMkLst>
            <pc:docMk/>
            <pc:sldMk cId="0" sldId="256"/>
            <ac:picMk id="2" creationId="{CAC67C5A-70C2-29EA-71E0-BB90EE6EB379}"/>
          </ac:picMkLst>
        </pc:picChg>
        <pc:picChg chg="add mod">
          <ac:chgData name="MARIANA MATIAS MELENGATE" userId="S::mariana.melengate@csn.com.br::2ccf716e-76bf-4a28-9405-3486cc2f2957" providerId="AD" clId="Web-{71068264-EF33-AFF4-61C1-D47BE9AD0EF4}" dt="2023-12-11T12:04:00.296" v="32" actId="1076"/>
          <ac:picMkLst>
            <pc:docMk/>
            <pc:sldMk cId="0" sldId="256"/>
            <ac:picMk id="4" creationId="{9344241D-5791-F1F2-6F50-DCC9000948E9}"/>
          </ac:picMkLst>
        </pc:picChg>
        <pc:picChg chg="del">
          <ac:chgData name="MARIANA MATIAS MELENGATE" userId="S::mariana.melengate@csn.com.br::2ccf716e-76bf-4a28-9405-3486cc2f2957" providerId="AD" clId="Web-{71068264-EF33-AFF4-61C1-D47BE9AD0EF4}" dt="2023-12-11T12:02:55.888" v="0"/>
          <ac:picMkLst>
            <pc:docMk/>
            <pc:sldMk cId="0" sldId="256"/>
            <ac:picMk id="6" creationId="{B8BB3233-5EE1-70DF-2B4A-F5A6C113DE4A}"/>
          </ac:picMkLst>
        </pc:picChg>
        <pc:picChg chg="del">
          <ac:chgData name="MARIANA MATIAS MELENGATE" userId="S::mariana.melengate@csn.com.br::2ccf716e-76bf-4a28-9405-3486cc2f2957" providerId="AD" clId="Web-{71068264-EF33-AFF4-61C1-D47BE9AD0EF4}" dt="2023-12-11T12:03:40.827" v="27"/>
          <ac:picMkLst>
            <pc:docMk/>
            <pc:sldMk cId="0" sldId="256"/>
            <ac:picMk id="9" creationId="{01A4354C-93F3-2AF3-C7A0-23E2A5B52D59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62A09DF7-B75F-2BD7-5E70-A7516E9FC988}"/>
    <pc:docChg chg="modSld">
      <pc:chgData name="MARCELO JARDIM SOARES JUNIOR" userId="S::marcelo.junior.mj1@csn.com.br::e084be25-f1b7-44aa-a097-a73ec2417b13" providerId="AD" clId="Web-{62A09DF7-B75F-2BD7-5E70-A7516E9FC988}" dt="2023-09-22T12:04:57.412" v="113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62A09DF7-B75F-2BD7-5E70-A7516E9FC988}" dt="2023-09-22T12:04:57.412" v="113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62A09DF7-B75F-2BD7-5E70-A7516E9FC988}" dt="2023-09-22T12:04:42.224" v="107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4:46.084" v="109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4:57.412" v="113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4:49.052" v="111" actId="20577"/>
          <ac:spMkLst>
            <pc:docMk/>
            <pc:sldMk cId="2928551198" sldId="263"/>
            <ac:spMk id="25" creationId="{6FF14075-98AB-1CB5-9E21-5303458AAEBA}"/>
          </ac:spMkLst>
        </pc:spChg>
        <pc:picChg chg="add del mod">
          <ac:chgData name="MARCELO JARDIM SOARES JUNIOR" userId="S::marcelo.junior.mj1@csn.com.br::e084be25-f1b7-44aa-a097-a73ec2417b13" providerId="AD" clId="Web-{62A09DF7-B75F-2BD7-5E70-A7516E9FC988}" dt="2023-09-22T12:01:22.454" v="53"/>
          <ac:picMkLst>
            <pc:docMk/>
            <pc:sldMk cId="2928551198" sldId="263"/>
            <ac:picMk id="2" creationId="{6E8B466D-BB99-B853-A76F-85765B5C40DC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35.176" v="63" actId="14100"/>
          <ac:picMkLst>
            <pc:docMk/>
            <pc:sldMk cId="2928551198" sldId="263"/>
            <ac:picMk id="3" creationId="{A7534D75-9A30-931C-6E65-5E8B62933EDB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44.238" v="65" actId="1076"/>
          <ac:picMkLst>
            <pc:docMk/>
            <pc:sldMk cId="2928551198" sldId="263"/>
            <ac:picMk id="5" creationId="{0601E951-3308-52BD-6927-965F5F172EB7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51.364" v="67" actId="1076"/>
          <ac:picMkLst>
            <pc:docMk/>
            <pc:sldMk cId="2928551198" sldId="263"/>
            <ac:picMk id="6" creationId="{6E511CC9-9119-B561-9E52-7B3AF6D725E6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56.848" v="69" actId="1076"/>
          <ac:picMkLst>
            <pc:docMk/>
            <pc:sldMk cId="2928551198" sldId="263"/>
            <ac:picMk id="7" creationId="{D881CE31-2D8F-8020-B3BC-3EA1858424C4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1.031" v="47"/>
          <ac:picMkLst>
            <pc:docMk/>
            <pc:sldMk cId="2928551198" sldId="263"/>
            <ac:picMk id="10" creationId="{17CD87C8-2770-67B7-F65C-86769ABFFDCC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1.953" v="48"/>
          <ac:picMkLst>
            <pc:docMk/>
            <pc:sldMk cId="2928551198" sldId="263"/>
            <ac:picMk id="12" creationId="{D3A67E75-D859-58F5-D4F3-72E171141C0A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3.110" v="49"/>
          <ac:picMkLst>
            <pc:docMk/>
            <pc:sldMk cId="2928551198" sldId="263"/>
            <ac:picMk id="13" creationId="{9EF9F4AF-222B-2705-B468-03C50107240E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4.360" v="50"/>
          <ac:picMkLst>
            <pc:docMk/>
            <pc:sldMk cId="2928551198" sldId="263"/>
            <ac:picMk id="14" creationId="{A82FF59D-8930-B075-8B78-7ED0B3170126}"/>
          </ac:picMkLst>
        </pc:picChg>
      </pc:sldChg>
      <pc:sldChg chg="addSp delSp modSp">
        <pc:chgData name="MARCELO JARDIM SOARES JUNIOR" userId="S::marcelo.junior.mj1@csn.com.br::e084be25-f1b7-44aa-a097-a73ec2417b13" providerId="AD" clId="Web-{62A09DF7-B75F-2BD7-5E70-A7516E9FC988}" dt="2023-09-22T12:00:48.797" v="46" actId="20577"/>
        <pc:sldMkLst>
          <pc:docMk/>
          <pc:sldMk cId="4223092705" sldId="264"/>
        </pc:sldMkLst>
        <pc:spChg chg="mod">
          <ac:chgData name="MARCELO JARDIM SOARES JUNIOR" userId="S::marcelo.junior.mj1@csn.com.br::e084be25-f1b7-44aa-a097-a73ec2417b13" providerId="AD" clId="Web-{62A09DF7-B75F-2BD7-5E70-A7516E9FC988}" dt="2023-09-22T12:00:27.921" v="39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0:31.843" v="41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0:44.125" v="44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0:48.797" v="46" actId="20577"/>
          <ac:spMkLst>
            <pc:docMk/>
            <pc:sldMk cId="4223092705" sldId="264"/>
            <ac:spMk id="193" creationId="{00000000-0000-0000-0000-000000000000}"/>
          </ac:spMkLst>
        </pc:spChg>
        <pc:picChg chg="del">
          <ac:chgData name="MARCELO JARDIM SOARES JUNIOR" userId="S::marcelo.junior.mj1@csn.com.br::e084be25-f1b7-44aa-a097-a73ec2417b13" providerId="AD" clId="Web-{62A09DF7-B75F-2BD7-5E70-A7516E9FC988}" dt="2023-09-22T11:58:50.076" v="0"/>
          <ac:picMkLst>
            <pc:docMk/>
            <pc:sldMk cId="4223092705" sldId="264"/>
            <ac:picMk id="2" creationId="{BAB906ED-006C-AF7A-DF2C-80C0E923A4F2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1:58:51.513" v="1"/>
          <ac:picMkLst>
            <pc:docMk/>
            <pc:sldMk cId="4223092705" sldId="264"/>
            <ac:picMk id="4" creationId="{9C52C1FF-E6E6-EB61-F3E1-FFEFD6CB00E5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25.483" v="9" actId="1076"/>
          <ac:picMkLst>
            <pc:docMk/>
            <pc:sldMk cId="4223092705" sldId="264"/>
            <ac:picMk id="5" creationId="{0958E1D0-FF7C-5FDA-EC0B-C14429D68823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35.608" v="11" actId="1076"/>
          <ac:picMkLst>
            <pc:docMk/>
            <pc:sldMk cId="4223092705" sldId="264"/>
            <ac:picMk id="6" creationId="{EF1FD481-A5C5-EE6C-804F-927653358097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50.608" v="13" actId="1076"/>
          <ac:picMkLst>
            <pc:docMk/>
            <pc:sldMk cId="4223092705" sldId="264"/>
            <ac:picMk id="7" creationId="{A785FC47-D507-4489-EE55-78EA859CCD4A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55.124" v="15" actId="1076"/>
          <ac:picMkLst>
            <pc:docMk/>
            <pc:sldMk cId="4223092705" sldId="264"/>
            <ac:picMk id="8" creationId="{B467ECAB-47DE-9D08-DE7B-265D92C12690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1:58:52.529" v="2"/>
          <ac:picMkLst>
            <pc:docMk/>
            <pc:sldMk cId="4223092705" sldId="264"/>
            <ac:picMk id="9" creationId="{B89E20C1-9E16-2AAB-860E-BEEC834FFF57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1:59:05.717" v="3"/>
          <ac:picMkLst>
            <pc:docMk/>
            <pc:sldMk cId="4223092705" sldId="264"/>
            <ac:picMk id="10" creationId="{B1BD0874-9C36-BD1B-49D8-23AF781B238F}"/>
          </ac:picMkLst>
        </pc:picChg>
      </pc:sldChg>
    </pc:docChg>
  </pc:docChgLst>
  <pc:docChgLst>
    <pc:chgData name="WALLAS VIEIRA DE SOUZA" userId="S::wallas.souza@csn.com.br::56311778-7ab8-4917-b611-78d2dfffb942" providerId="AD" clId="Web-{801CF15B-BB4F-535A-6F3F-8A55C9136742}"/>
    <pc:docChg chg="modSld">
      <pc:chgData name="WALLAS VIEIRA DE SOUZA" userId="S::wallas.souza@csn.com.br::56311778-7ab8-4917-b611-78d2dfffb942" providerId="AD" clId="Web-{801CF15B-BB4F-535A-6F3F-8A55C9136742}" dt="2023-05-05T11:03:18.210" v="46" actId="20577"/>
      <pc:docMkLst>
        <pc:docMk/>
      </pc:docMkLst>
      <pc:sldChg chg="addSp delSp modSp">
        <pc:chgData name="WALLAS VIEIRA DE SOUZA" userId="S::wallas.souza@csn.com.br::56311778-7ab8-4917-b611-78d2dfffb942" providerId="AD" clId="Web-{801CF15B-BB4F-535A-6F3F-8A55C9136742}" dt="2023-05-05T11:03:18.210" v="46" actId="20577"/>
        <pc:sldMkLst>
          <pc:docMk/>
          <pc:sldMk cId="0" sldId="256"/>
        </pc:sldMkLst>
        <pc:spChg chg="mod">
          <ac:chgData name="WALLAS VIEIRA DE SOUZA" userId="S::wallas.souza@csn.com.br::56311778-7ab8-4917-b611-78d2dfffb942" providerId="AD" clId="Web-{801CF15B-BB4F-535A-6F3F-8A55C9136742}" dt="2023-05-05T11:03:06.647" v="4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801CF15B-BB4F-535A-6F3F-8A55C9136742}" dt="2023-05-05T11:03:10.913" v="4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801CF15B-BB4F-535A-6F3F-8A55C9136742}" dt="2023-05-05T11:03:18.210" v="46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801CF15B-BB4F-535A-6F3F-8A55C9136742}" dt="2023-05-05T11:03:14.757" v="44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WALLAS VIEIRA DE SOUZA" userId="S::wallas.souza@csn.com.br::56311778-7ab8-4917-b611-78d2dfffb942" providerId="AD" clId="Web-{801CF15B-BB4F-535A-6F3F-8A55C9136742}" dt="2023-05-05T11:00:38.373" v="6" actId="1076"/>
          <ac:picMkLst>
            <pc:docMk/>
            <pc:sldMk cId="0" sldId="256"/>
            <ac:picMk id="2" creationId="{FA194EB7-43CA-1342-9A38-C47FC9EB5187}"/>
          </ac:picMkLst>
        </pc:picChg>
        <pc:picChg chg="add mod">
          <ac:chgData name="WALLAS VIEIRA DE SOUZA" userId="S::wallas.souza@csn.com.br::56311778-7ab8-4917-b611-78d2dfffb942" providerId="AD" clId="Web-{801CF15B-BB4F-535A-6F3F-8A55C9136742}" dt="2023-05-05T11:00:51.983" v="12" actId="1076"/>
          <ac:picMkLst>
            <pc:docMk/>
            <pc:sldMk cId="0" sldId="256"/>
            <ac:picMk id="4" creationId="{7C21475B-5345-DD2E-661A-E8AF556E6C9A}"/>
          </ac:picMkLst>
        </pc:picChg>
        <pc:picChg chg="del">
          <ac:chgData name="WALLAS VIEIRA DE SOUZA" userId="S::wallas.souza@csn.com.br::56311778-7ab8-4917-b611-78d2dfffb942" providerId="AD" clId="Web-{801CF15B-BB4F-535A-6F3F-8A55C9136742}" dt="2023-05-05T11:00:24.435" v="0"/>
          <ac:picMkLst>
            <pc:docMk/>
            <pc:sldMk cId="0" sldId="256"/>
            <ac:picMk id="6" creationId="{5D55663E-31B5-0A36-B2A3-DE448A591F34}"/>
          </ac:picMkLst>
        </pc:picChg>
        <pc:picChg chg="add mod">
          <ac:chgData name="WALLAS VIEIRA DE SOUZA" userId="S::wallas.souza@csn.com.br::56311778-7ab8-4917-b611-78d2dfffb942" providerId="AD" clId="Web-{801CF15B-BB4F-535A-6F3F-8A55C9136742}" dt="2023-05-05T11:00:49.155" v="11" actId="1076"/>
          <ac:picMkLst>
            <pc:docMk/>
            <pc:sldMk cId="0" sldId="256"/>
            <ac:picMk id="7" creationId="{96975C21-18A6-015E-AC96-A6B8E5346066}"/>
          </ac:picMkLst>
        </pc:picChg>
        <pc:picChg chg="add mod">
          <ac:chgData name="WALLAS VIEIRA DE SOUZA" userId="S::wallas.souza@csn.com.br::56311778-7ab8-4917-b611-78d2dfffb942" providerId="AD" clId="Web-{801CF15B-BB4F-535A-6F3F-8A55C9136742}" dt="2023-05-05T11:00:46.311" v="10" actId="1076"/>
          <ac:picMkLst>
            <pc:docMk/>
            <pc:sldMk cId="0" sldId="256"/>
            <ac:picMk id="10" creationId="{12D93602-488C-0A7D-C05E-7ABC21A03ABE}"/>
          </ac:picMkLst>
        </pc:picChg>
      </pc:sldChg>
    </pc:docChg>
  </pc:docChgLst>
  <pc:docChgLst>
    <pc:chgData name="MARIANA MATIAS MELENGATE" userId="S::mariana.melengate@csn.com.br::2ccf716e-76bf-4a28-9405-3486cc2f2957" providerId="AD" clId="Web-{330787DF-D0E6-7E3F-7DA6-BE151E69D498}"/>
    <pc:docChg chg="modSld">
      <pc:chgData name="MARIANA MATIAS MELENGATE" userId="S::mariana.melengate@csn.com.br::2ccf716e-76bf-4a28-9405-3486cc2f2957" providerId="AD" clId="Web-{330787DF-D0E6-7E3F-7DA6-BE151E69D498}" dt="2023-09-18T19:23:59.038" v="22" actId="1076"/>
      <pc:docMkLst>
        <pc:docMk/>
      </pc:docMkLst>
      <pc:sldChg chg="addSp delSp modSp">
        <pc:chgData name="MARIANA MATIAS MELENGATE" userId="S::mariana.melengate@csn.com.br::2ccf716e-76bf-4a28-9405-3486cc2f2957" providerId="AD" clId="Web-{330787DF-D0E6-7E3F-7DA6-BE151E69D498}" dt="2023-09-18T19:23:59.038" v="2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30787DF-D0E6-7E3F-7DA6-BE151E69D498}" dt="2023-09-18T19:23:41.428" v="1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30787DF-D0E6-7E3F-7DA6-BE151E69D498}" dt="2023-09-18T19:23:45.538" v="18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30787DF-D0E6-7E3F-7DA6-BE151E69D498}" dt="2023-09-18T19:22:49.333" v="0"/>
          <ac:picMkLst>
            <pc:docMk/>
            <pc:sldMk cId="0" sldId="256"/>
            <ac:picMk id="2" creationId="{3FF45C15-0994-7A69-7665-C34FD9E879FB}"/>
          </ac:picMkLst>
        </pc:picChg>
        <pc:picChg chg="del">
          <ac:chgData name="MARIANA MATIAS MELENGATE" userId="S::mariana.melengate@csn.com.br::2ccf716e-76bf-4a28-9405-3486cc2f2957" providerId="AD" clId="Web-{330787DF-D0E6-7E3F-7DA6-BE151E69D498}" dt="2023-09-18T19:23:46.803" v="19"/>
          <ac:picMkLst>
            <pc:docMk/>
            <pc:sldMk cId="0" sldId="256"/>
            <ac:picMk id="4" creationId="{3AFB44BD-DEC8-812B-DB6E-39935C1A1FBF}"/>
          </ac:picMkLst>
        </pc:picChg>
        <pc:picChg chg="add mod">
          <ac:chgData name="MARIANA MATIAS MELENGATE" userId="S::mariana.melengate@csn.com.br::2ccf716e-76bf-4a28-9405-3486cc2f2957" providerId="AD" clId="Web-{330787DF-D0E6-7E3F-7DA6-BE151E69D498}" dt="2023-09-18T19:23:52.382" v="20" actId="1076"/>
          <ac:picMkLst>
            <pc:docMk/>
            <pc:sldMk cId="0" sldId="256"/>
            <ac:picMk id="7" creationId="{57D86BB2-FD7E-0C70-2C9E-A09E4ACA08B0}"/>
          </ac:picMkLst>
        </pc:picChg>
        <pc:picChg chg="add mod">
          <ac:chgData name="MARIANA MATIAS MELENGATE" userId="S::mariana.melengate@csn.com.br::2ccf716e-76bf-4a28-9405-3486cc2f2957" providerId="AD" clId="Web-{330787DF-D0E6-7E3F-7DA6-BE151E69D498}" dt="2023-09-18T19:23:59.038" v="22" actId="1076"/>
          <ac:picMkLst>
            <pc:docMk/>
            <pc:sldMk cId="0" sldId="256"/>
            <ac:picMk id="8" creationId="{8A0D9C6F-793C-EF29-31C7-224B24C337C2}"/>
          </ac:picMkLst>
        </pc:picChg>
      </pc:sldChg>
    </pc:docChg>
  </pc:docChgLst>
  <pc:docChgLst>
    <pc:chgData name="MARIANA MATIAS MELENGATE" userId="S::mariana.melengate@csn.com.br::2ccf716e-76bf-4a28-9405-3486cc2f2957" providerId="AD" clId="Web-{AA206786-017E-8D51-8783-425693B1BF4C}"/>
    <pc:docChg chg="addSld modSld">
      <pc:chgData name="MARIANA MATIAS MELENGATE" userId="S::mariana.melengate@csn.com.br::2ccf716e-76bf-4a28-9405-3486cc2f2957" providerId="AD" clId="Web-{AA206786-017E-8D51-8783-425693B1BF4C}" dt="2023-09-18T13:49:11.861" v="221" actId="20577"/>
      <pc:docMkLst>
        <pc:docMk/>
      </pc:docMkLst>
      <pc:sldChg chg="addSp delSp modSp">
        <pc:chgData name="MARIANA MATIAS MELENGATE" userId="S::mariana.melengate@csn.com.br::2ccf716e-76bf-4a28-9405-3486cc2f2957" providerId="AD" clId="Web-{AA206786-017E-8D51-8783-425693B1BF4C}" dt="2023-09-18T13:40:05.178" v="70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AA206786-017E-8D51-8783-425693B1BF4C}" dt="2023-09-18T13:38:28.957" v="4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38:31.241" v="43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39:50.365" v="65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39:57.850" v="67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A206786-017E-8D51-8783-425693B1BF4C}" dt="2023-09-18T13:37:46.550" v="6" actId="1076"/>
          <ac:picMkLst>
            <pc:docMk/>
            <pc:sldMk cId="0" sldId="256"/>
            <ac:picMk id="2" creationId="{3FF45C15-0994-7A69-7665-C34FD9E879FB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38:40.801" v="46" actId="1076"/>
          <ac:picMkLst>
            <pc:docMk/>
            <pc:sldMk cId="0" sldId="256"/>
            <ac:picMk id="4" creationId="{3AFB44BD-DEC8-812B-DB6E-39935C1A1FBF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39:59.258" v="68" actId="1076"/>
          <ac:picMkLst>
            <pc:docMk/>
            <pc:sldMk cId="0" sldId="256"/>
            <ac:picMk id="5" creationId="{4392F5FC-26DD-7990-B482-6E86ED1D09A4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0:05.178" v="70" actId="1076"/>
          <ac:picMkLst>
            <pc:docMk/>
            <pc:sldMk cId="0" sldId="256"/>
            <ac:picMk id="6" creationId="{CB9ADEBB-67A0-B503-4CB0-173F27150B3A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37:33.659" v="1"/>
          <ac:picMkLst>
            <pc:docMk/>
            <pc:sldMk cId="0" sldId="256"/>
            <ac:picMk id="7" creationId="{47F46322-0509-0276-DB41-70797544E34B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38:34.052" v="44"/>
          <ac:picMkLst>
            <pc:docMk/>
            <pc:sldMk cId="0" sldId="256"/>
            <ac:picMk id="8" creationId="{DDE1152A-426A-16F9-0F78-FF5E52C9732F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39:11.614" v="47"/>
          <ac:picMkLst>
            <pc:docMk/>
            <pc:sldMk cId="0" sldId="256"/>
            <ac:picMk id="9" creationId="{35C8ACCD-3DA1-7F43-63AC-31353D3952C1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A206786-017E-8D51-8783-425693B1BF4C}" dt="2023-09-18T13:43:13.026" v="131" actId="1076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AA206786-017E-8D51-8783-425693B1BF4C}" dt="2023-09-18T13:41:34.102" v="99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1:41.617" v="101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3:04.900" v="127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3:08.479" v="129" actId="20577"/>
          <ac:spMkLst>
            <pc:docMk/>
            <pc:sldMk cId="4223092705" sldId="264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A206786-017E-8D51-8783-425693B1BF4C}" dt="2023-09-18T13:41:04.492" v="78" actId="1076"/>
          <ac:picMkLst>
            <pc:docMk/>
            <pc:sldMk cId="4223092705" sldId="264"/>
            <ac:picMk id="2" creationId="{A7C67C6A-76FF-7A4C-0960-19F192D2013F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1:14.336" v="81" actId="1076"/>
          <ac:picMkLst>
            <pc:docMk/>
            <pc:sldMk cId="4223092705" sldId="264"/>
            <ac:picMk id="4" creationId="{2585DC8C-49A9-7E66-F69C-FADA01ED1322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2:40.947" v="107" actId="1076"/>
          <ac:picMkLst>
            <pc:docMk/>
            <pc:sldMk cId="4223092705" sldId="264"/>
            <ac:picMk id="5" creationId="{60E3647D-49B7-BBE3-3CF8-FBD23A45667A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3:13.026" v="131" actId="1076"/>
          <ac:picMkLst>
            <pc:docMk/>
            <pc:sldMk cId="4223092705" sldId="264"/>
            <ac:picMk id="6" creationId="{E09A32AA-16DF-33CA-ADE7-342D74ED0A94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0:56.835" v="75"/>
          <ac:picMkLst>
            <pc:docMk/>
            <pc:sldMk cId="4223092705" sldId="264"/>
            <ac:picMk id="7" creationId="{47F46322-0509-0276-DB41-70797544E34B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1:07.148" v="79"/>
          <ac:picMkLst>
            <pc:docMk/>
            <pc:sldMk cId="4223092705" sldId="264"/>
            <ac:picMk id="8" creationId="{DDE1152A-426A-16F9-0F78-FF5E52C9732F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1:42.758" v="102"/>
          <ac:picMkLst>
            <pc:docMk/>
            <pc:sldMk cId="4223092705" sldId="264"/>
            <ac:picMk id="9" creationId="{35C8ACCD-3DA1-7F43-63AC-31353D3952C1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A206786-017E-8D51-8783-425693B1BF4C}" dt="2023-09-18T13:46:19.326" v="186" actId="20577"/>
        <pc:sldMkLst>
          <pc:docMk/>
          <pc:sldMk cId="2820528927" sldId="265"/>
        </pc:sldMkLst>
        <pc:spChg chg="mod">
          <ac:chgData name="MARIANA MATIAS MELENGATE" userId="S::mariana.melengate@csn.com.br::2ccf716e-76bf-4a28-9405-3486cc2f2957" providerId="AD" clId="Web-{AA206786-017E-8D51-8783-425693B1BF4C}" dt="2023-09-18T13:44:18.339" v="156" actId="20577"/>
          <ac:spMkLst>
            <pc:docMk/>
            <pc:sldMk cId="2820528927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4:22.683" v="158" actId="20577"/>
          <ac:spMkLst>
            <pc:docMk/>
            <pc:sldMk cId="2820528927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5:57.154" v="184" actId="20577"/>
          <ac:spMkLst>
            <pc:docMk/>
            <pc:sldMk cId="2820528927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6:19.326" v="186" actId="20577"/>
          <ac:spMkLst>
            <pc:docMk/>
            <pc:sldMk cId="2820528927" sldId="265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AA206786-017E-8D51-8783-425693B1BF4C}" dt="2023-09-18T13:43:46.526" v="133"/>
          <ac:picMkLst>
            <pc:docMk/>
            <pc:sldMk cId="2820528927" sldId="265"/>
            <ac:picMk id="2" creationId="{A7C67C6A-76FF-7A4C-0960-19F192D2013F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4:23.761" v="159"/>
          <ac:picMkLst>
            <pc:docMk/>
            <pc:sldMk cId="2820528927" sldId="265"/>
            <ac:picMk id="4" creationId="{2585DC8C-49A9-7E66-F69C-FADA01ED1322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5:15.481" v="162"/>
          <ac:picMkLst>
            <pc:docMk/>
            <pc:sldMk cId="2820528927" sldId="265"/>
            <ac:picMk id="5" creationId="{60E3647D-49B7-BBE3-3CF8-FBD23A45667A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5:30.981" v="168"/>
          <ac:picMkLst>
            <pc:docMk/>
            <pc:sldMk cId="2820528927" sldId="265"/>
            <ac:picMk id="6" creationId="{E09A32AA-16DF-33CA-ADE7-342D74ED0A94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3:55.183" v="137" actId="14100"/>
          <ac:picMkLst>
            <pc:docMk/>
            <pc:sldMk cId="2820528927" sldId="265"/>
            <ac:picMk id="7" creationId="{B6D3D6D1-DA58-008C-61E3-E310E792F785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4:29.855" v="161" actId="1076"/>
          <ac:picMkLst>
            <pc:docMk/>
            <pc:sldMk cId="2820528927" sldId="265"/>
            <ac:picMk id="8" creationId="{C81A0CDB-34AB-1EF4-A942-43A222820D23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5:28.560" v="167" actId="1076"/>
          <ac:picMkLst>
            <pc:docMk/>
            <pc:sldMk cId="2820528927" sldId="265"/>
            <ac:picMk id="9" creationId="{D7A04FED-2048-2E7A-D745-EDBDB62B8F5E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5:38.232" v="170" actId="1076"/>
          <ac:picMkLst>
            <pc:docMk/>
            <pc:sldMk cId="2820528927" sldId="265"/>
            <ac:picMk id="10" creationId="{A91192AC-7A1C-E417-4EF3-E3F0A49FEC3F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A206786-017E-8D51-8783-425693B1BF4C}" dt="2023-09-18T13:49:11.861" v="221" actId="20577"/>
        <pc:sldMkLst>
          <pc:docMk/>
          <pc:sldMk cId="3747814646" sldId="266"/>
        </pc:sldMkLst>
        <pc:spChg chg="mod">
          <ac:chgData name="MARIANA MATIAS MELENGATE" userId="S::mariana.melengate@csn.com.br::2ccf716e-76bf-4a28-9405-3486cc2f2957" providerId="AD" clId="Web-{AA206786-017E-8D51-8783-425693B1BF4C}" dt="2023-09-18T13:47:58.719" v="208" actId="20577"/>
          <ac:spMkLst>
            <pc:docMk/>
            <pc:sldMk cId="3747814646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9:11.861" v="221" actId="20577"/>
          <ac:spMkLst>
            <pc:docMk/>
            <pc:sldMk cId="3747814646" sldId="26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A206786-017E-8D51-8783-425693B1BF4C}" dt="2023-09-18T13:47:18.671" v="193" actId="1076"/>
          <ac:picMkLst>
            <pc:docMk/>
            <pc:sldMk cId="3747814646" sldId="266"/>
            <ac:picMk id="2" creationId="{69B3A4C1-73A4-1BF6-BC5E-2BB2645376B7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7:30.265" v="197" actId="1076"/>
          <ac:picMkLst>
            <pc:docMk/>
            <pc:sldMk cId="3747814646" sldId="266"/>
            <ac:picMk id="4" creationId="{DF3EF3EE-9035-FD90-BABB-D4E3D7B73BEF}"/>
          </ac:picMkLst>
        </pc:picChg>
        <pc:picChg chg="add del">
          <ac:chgData name="MARIANA MATIAS MELENGATE" userId="S::mariana.melengate@csn.com.br::2ccf716e-76bf-4a28-9405-3486cc2f2957" providerId="AD" clId="Web-{AA206786-017E-8D51-8783-425693B1BF4C}" dt="2023-09-18T13:47:37.234" v="198"/>
          <ac:picMkLst>
            <pc:docMk/>
            <pc:sldMk cId="3747814646" sldId="266"/>
            <ac:picMk id="5" creationId="{8E35D8AA-6FEC-60D2-33A4-1BA3CADEC260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7:05.077" v="188"/>
          <ac:picMkLst>
            <pc:docMk/>
            <pc:sldMk cId="3747814646" sldId="266"/>
            <ac:picMk id="7" creationId="{B6D3D6D1-DA58-008C-61E3-E310E792F785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7:24.359" v="195"/>
          <ac:picMkLst>
            <pc:docMk/>
            <pc:sldMk cId="3747814646" sldId="266"/>
            <ac:picMk id="8" creationId="{C81A0CDB-34AB-1EF4-A942-43A222820D23}"/>
          </ac:picMkLst>
        </pc:picChg>
      </pc:sldChg>
    </pc:docChg>
  </pc:docChgLst>
  <pc:docChgLst>
    <pc:chgData name="MARIANA MATIAS MELENGATE" userId="S::mariana.melengate@csn.com.br::2ccf716e-76bf-4a28-9405-3486cc2f2957" providerId="AD" clId="Web-{256BB100-5723-D61A-3E83-49D2A8B533F6}"/>
    <pc:docChg chg="addSld modSld">
      <pc:chgData name="MARIANA MATIAS MELENGATE" userId="S::mariana.melengate@csn.com.br::2ccf716e-76bf-4a28-9405-3486cc2f2957" providerId="AD" clId="Web-{256BB100-5723-D61A-3E83-49D2A8B533F6}" dt="2023-07-04T14:46:26.890" v="280" actId="1076"/>
      <pc:docMkLst>
        <pc:docMk/>
      </pc:docMkLst>
      <pc:sldChg chg="addSp delSp modSp">
        <pc:chgData name="MARIANA MATIAS MELENGATE" userId="S::mariana.melengate@csn.com.br::2ccf716e-76bf-4a28-9405-3486cc2f2957" providerId="AD" clId="Web-{256BB100-5723-D61A-3E83-49D2A8B533F6}" dt="2023-07-04T14:34:59.952" v="44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256BB100-5723-D61A-3E83-49D2A8B533F6}" dt="2023-07-04T14:34:47.561" v="39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4:53.061" v="41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56BB100-5723-D61A-3E83-49D2A8B533F6}" dt="2023-07-04T14:33:59.388" v="4" actId="14100"/>
          <ac:picMkLst>
            <pc:docMk/>
            <pc:sldMk cId="0" sldId="256"/>
            <ac:picMk id="2" creationId="{697E4745-8B23-CB0C-7599-3932ADBF8F1A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4:59.952" v="44" actId="1076"/>
          <ac:picMkLst>
            <pc:docMk/>
            <pc:sldMk cId="0" sldId="256"/>
            <ac:picMk id="5" creationId="{7A837A5E-9D73-25DA-9BF0-FB80213E1694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3:45.028" v="0"/>
          <ac:picMkLst>
            <pc:docMk/>
            <pc:sldMk cId="0" sldId="256"/>
            <ac:picMk id="7" creationId="{4F11BDEB-7768-955E-A951-5F31FFE668E3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4:53.405" v="42"/>
          <ac:picMkLst>
            <pc:docMk/>
            <pc:sldMk cId="0" sldId="256"/>
            <ac:picMk id="9" creationId="{2F55385C-43EB-B38F-8E59-68C942F6EDB2}"/>
          </ac:picMkLst>
        </pc:picChg>
      </pc:sldChg>
      <pc:sldChg chg="addSp delSp modSp">
        <pc:chgData name="MARIANA MATIAS MELENGATE" userId="S::mariana.melengate@csn.com.br::2ccf716e-76bf-4a28-9405-3486cc2f2957" providerId="AD" clId="Web-{256BB100-5723-D61A-3E83-49D2A8B533F6}" dt="2023-07-04T14:39:54.084" v="153" actId="20577"/>
        <pc:sldMkLst>
          <pc:docMk/>
          <pc:sldMk cId="2583724520" sldId="257"/>
        </pc:sldMkLst>
        <pc:spChg chg="mod">
          <ac:chgData name="MARIANA MATIAS MELENGATE" userId="S::mariana.melengate@csn.com.br::2ccf716e-76bf-4a28-9405-3486cc2f2957" providerId="AD" clId="Web-{256BB100-5723-D61A-3E83-49D2A8B533F6}" dt="2023-07-04T14:38:43.692" v="126" actId="20577"/>
          <ac:spMkLst>
            <pc:docMk/>
            <pc:sldMk cId="2583724520" sldId="25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8:58.176" v="128" actId="20577"/>
          <ac:spMkLst>
            <pc:docMk/>
            <pc:sldMk cId="2583724520" sldId="25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9:47.209" v="151" actId="20577"/>
          <ac:spMkLst>
            <pc:docMk/>
            <pc:sldMk cId="2583724520" sldId="25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9:54.084" v="153" actId="20577"/>
          <ac:spMkLst>
            <pc:docMk/>
            <pc:sldMk cId="2583724520" sldId="257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56BB100-5723-D61A-3E83-49D2A8B533F6}" dt="2023-07-04T14:38:11.253" v="115" actId="14100"/>
          <ac:picMkLst>
            <pc:docMk/>
            <pc:sldMk cId="2583724520" sldId="257"/>
            <ac:picMk id="2" creationId="{513C6F0C-55C7-BBCF-EE5C-5259FFEC24C6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8:19.629" v="117" actId="1076"/>
          <ac:picMkLst>
            <pc:docMk/>
            <pc:sldMk cId="2583724520" sldId="257"/>
            <ac:picMk id="4" creationId="{D735DA0E-AC03-3522-DF9A-C753A9F2ADE7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4.128" v="104"/>
          <ac:picMkLst>
            <pc:docMk/>
            <pc:sldMk cId="2583724520" sldId="257"/>
            <ac:picMk id="5" creationId="{C3C88046-ABC0-7318-11B8-414B45D274CA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4.612" v="105"/>
          <ac:picMkLst>
            <pc:docMk/>
            <pc:sldMk cId="2583724520" sldId="257"/>
            <ac:picMk id="6" creationId="{D8229C36-F1F2-E7E6-696F-AFA9349A9683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1.612" v="102"/>
          <ac:picMkLst>
            <pc:docMk/>
            <pc:sldMk cId="2583724520" sldId="257"/>
            <ac:picMk id="7" creationId="{52D01195-E484-027C-E6C7-FB1D1B6F5A42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2.143" v="103"/>
          <ac:picMkLst>
            <pc:docMk/>
            <pc:sldMk cId="2583724520" sldId="257"/>
            <ac:picMk id="8" creationId="{718BE9D3-4624-B791-BA42-E0C09EC94627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9:09.489" v="132" actId="14100"/>
          <ac:picMkLst>
            <pc:docMk/>
            <pc:sldMk cId="2583724520" sldId="257"/>
            <ac:picMk id="9" creationId="{EBA821B2-DA2D-9F5E-9124-26CFAC57EA7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9:22.099" v="134" actId="1076"/>
          <ac:picMkLst>
            <pc:docMk/>
            <pc:sldMk cId="2583724520" sldId="257"/>
            <ac:picMk id="10" creationId="{9BC503D6-4B38-CC5D-FC7F-BF759C754DC5}"/>
          </ac:picMkLst>
        </pc:picChg>
      </pc:sldChg>
      <pc:sldChg chg="addSp delSp modSp">
        <pc:chgData name="MARIANA MATIAS MELENGATE" userId="S::mariana.melengate@csn.com.br::2ccf716e-76bf-4a28-9405-3486cc2f2957" providerId="AD" clId="Web-{256BB100-5723-D61A-3E83-49D2A8B533F6}" dt="2023-07-04T14:37:18.205" v="101" actId="1076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256BB100-5723-D61A-3E83-49D2A8B533F6}" dt="2023-07-04T14:35:39.562" v="53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5:54.031" v="68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7:06.361" v="96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7:10.486" v="98" actId="20577"/>
          <ac:spMkLst>
            <pc:docMk/>
            <pc:sldMk cId="4269806723" sldId="258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56BB100-5723-D61A-3E83-49D2A8B533F6}" dt="2023-07-04T14:35:55.422" v="69"/>
          <ac:picMkLst>
            <pc:docMk/>
            <pc:sldMk cId="4269806723" sldId="258"/>
            <ac:picMk id="2" creationId="{DB480F09-E503-346D-1AF6-2AF1D3B6F76B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6:06.157" v="74"/>
          <ac:picMkLst>
            <pc:docMk/>
            <pc:sldMk cId="4269806723" sldId="258"/>
            <ac:picMk id="4" creationId="{1C270C52-8BF9-72BD-F782-A69215869205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6:35.532" v="78"/>
          <ac:picMkLst>
            <pc:docMk/>
            <pc:sldMk cId="4269806723" sldId="258"/>
            <ac:picMk id="5" creationId="{3BE8D94A-96DA-1F06-0FD3-56A87AFF0F9B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11.502" v="99"/>
          <ac:picMkLst>
            <pc:docMk/>
            <pc:sldMk cId="4269806723" sldId="258"/>
            <ac:picMk id="6" creationId="{9CA5DE25-DA0F-E656-A1DB-BFC0C2F79420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6:00.985" v="72" actId="1076"/>
          <ac:picMkLst>
            <pc:docMk/>
            <pc:sldMk cId="4269806723" sldId="258"/>
            <ac:picMk id="7" creationId="{5F636521-AA56-A0C7-2161-E0F6F2740514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6:10.454" v="75" actId="1076"/>
          <ac:picMkLst>
            <pc:docMk/>
            <pc:sldMk cId="4269806723" sldId="258"/>
            <ac:picMk id="8" creationId="{60033E49-8E90-03A7-3E64-722428019B4C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6:44.251" v="81" actId="1076"/>
          <ac:picMkLst>
            <pc:docMk/>
            <pc:sldMk cId="4269806723" sldId="258"/>
            <ac:picMk id="9" creationId="{288861BB-102E-27B9-8B0D-69D311F09AC7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7:18.205" v="101" actId="1076"/>
          <ac:picMkLst>
            <pc:docMk/>
            <pc:sldMk cId="4269806723" sldId="258"/>
            <ac:picMk id="10" creationId="{495AFA02-C6AA-5D02-08CE-84D7653D7163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256BB100-5723-D61A-3E83-49D2A8B533F6}" dt="2023-07-04T14:42:05.821" v="203" actId="20577"/>
        <pc:sldMkLst>
          <pc:docMk/>
          <pc:sldMk cId="1006636814" sldId="264"/>
        </pc:sldMkLst>
        <pc:spChg chg="mod">
          <ac:chgData name="MARIANA MATIAS MELENGATE" userId="S::mariana.melengate@csn.com.br::2ccf716e-76bf-4a28-9405-3486cc2f2957" providerId="AD" clId="Web-{256BB100-5723-D61A-3E83-49D2A8B533F6}" dt="2023-07-04T14:40:29.788" v="164" actId="20577"/>
          <ac:spMkLst>
            <pc:docMk/>
            <pc:sldMk cId="1006636814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0:33.351" v="165" actId="20577"/>
          <ac:spMkLst>
            <pc:docMk/>
            <pc:sldMk cId="1006636814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2:00.524" v="201" actId="20577"/>
          <ac:spMkLst>
            <pc:docMk/>
            <pc:sldMk cId="1006636814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2:05.821" v="203" actId="20577"/>
          <ac:spMkLst>
            <pc:docMk/>
            <pc:sldMk cId="1006636814" sldId="264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56BB100-5723-D61A-3E83-49D2A8B533F6}" dt="2023-07-04T14:40:34.554" v="166"/>
          <ac:picMkLst>
            <pc:docMk/>
            <pc:sldMk cId="1006636814" sldId="264"/>
            <ac:picMk id="2" creationId="{513C6F0C-55C7-BBCF-EE5C-5259FFEC24C6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0:35.335" v="167"/>
          <ac:picMkLst>
            <pc:docMk/>
            <pc:sldMk cId="1006636814" sldId="264"/>
            <ac:picMk id="4" creationId="{D735DA0E-AC03-3522-DF9A-C753A9F2ADE7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0:45.960" v="170" actId="1076"/>
          <ac:picMkLst>
            <pc:docMk/>
            <pc:sldMk cId="1006636814" sldId="264"/>
            <ac:picMk id="5" creationId="{CB314B70-466F-A4DA-90F3-1F73A04F370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0:52.382" v="172" actId="1076"/>
          <ac:picMkLst>
            <pc:docMk/>
            <pc:sldMk cId="1006636814" sldId="264"/>
            <ac:picMk id="6" creationId="{DD1D2EF5-B9FA-1658-3DA2-70D180E3FF7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1:28.586" v="176" actId="1076"/>
          <ac:picMkLst>
            <pc:docMk/>
            <pc:sldMk cId="1006636814" sldId="264"/>
            <ac:picMk id="7" creationId="{E8EB1D64-246E-6AB8-8D22-4E7059A4507A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1:40.711" v="179" actId="1076"/>
          <ac:picMkLst>
            <pc:docMk/>
            <pc:sldMk cId="1006636814" sldId="264"/>
            <ac:picMk id="8" creationId="{08E4881B-36E2-99EF-2418-CDB1724B398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1:19.852" v="173"/>
          <ac:picMkLst>
            <pc:docMk/>
            <pc:sldMk cId="1006636814" sldId="264"/>
            <ac:picMk id="9" creationId="{EBA821B2-DA2D-9F5E-9124-26CFAC57EA7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1:31.993" v="177"/>
          <ac:picMkLst>
            <pc:docMk/>
            <pc:sldMk cId="1006636814" sldId="264"/>
            <ac:picMk id="10" creationId="{9BC503D6-4B38-CC5D-FC7F-BF759C754DC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256BB100-5723-D61A-3E83-49D2A8B533F6}" dt="2023-07-04T14:45:33.608" v="258" actId="20577"/>
        <pc:sldMkLst>
          <pc:docMk/>
          <pc:sldMk cId="3197179736" sldId="265"/>
        </pc:sldMkLst>
        <pc:spChg chg="mod">
          <ac:chgData name="MARIANA MATIAS MELENGATE" userId="S::mariana.melengate@csn.com.br::2ccf716e-76bf-4a28-9405-3486cc2f2957" providerId="AD" clId="Web-{256BB100-5723-D61A-3E83-49D2A8B533F6}" dt="2023-07-04T14:43:03.323" v="233" actId="20577"/>
          <ac:spMkLst>
            <pc:docMk/>
            <pc:sldMk cId="3197179736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4:27.528" v="235" actId="20577"/>
          <ac:spMkLst>
            <pc:docMk/>
            <pc:sldMk cId="3197179736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5:05.154" v="256" actId="20577"/>
          <ac:spMkLst>
            <pc:docMk/>
            <pc:sldMk cId="3197179736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5:33.608" v="258" actId="20577"/>
          <ac:spMkLst>
            <pc:docMk/>
            <pc:sldMk cId="3197179736" sldId="265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56BB100-5723-D61A-3E83-49D2A8B533F6}" dt="2023-07-04T14:42:35.619" v="208" actId="1076"/>
          <ac:picMkLst>
            <pc:docMk/>
            <pc:sldMk cId="3197179736" sldId="265"/>
            <ac:picMk id="2" creationId="{978DB835-D529-C76A-315E-0D5DD2A9488A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2:43.072" v="211" actId="1076"/>
          <ac:picMkLst>
            <pc:docMk/>
            <pc:sldMk cId="3197179736" sldId="265"/>
            <ac:picMk id="4" creationId="{06C15A3D-2415-3729-3245-A6C812F5A9C4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2:28.260" v="205"/>
          <ac:picMkLst>
            <pc:docMk/>
            <pc:sldMk cId="3197179736" sldId="265"/>
            <ac:picMk id="5" creationId="{CB314B70-466F-A4DA-90F3-1F73A04F370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2:38.979" v="210"/>
          <ac:picMkLst>
            <pc:docMk/>
            <pc:sldMk cId="3197179736" sldId="265"/>
            <ac:picMk id="6" creationId="{DD1D2EF5-B9FA-1658-3DA2-70D180E3FF7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4:29.731" v="236"/>
          <ac:picMkLst>
            <pc:docMk/>
            <pc:sldMk cId="3197179736" sldId="265"/>
            <ac:picMk id="7" creationId="{E8EB1D64-246E-6AB8-8D22-4E7059A4507A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4:44.935" v="243"/>
          <ac:picMkLst>
            <pc:docMk/>
            <pc:sldMk cId="3197179736" sldId="265"/>
            <ac:picMk id="8" creationId="{08E4881B-36E2-99EF-2418-CDB1724B398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4:39.794" v="241" actId="1076"/>
          <ac:picMkLst>
            <pc:docMk/>
            <pc:sldMk cId="3197179736" sldId="265"/>
            <ac:picMk id="9" creationId="{C36FFDC8-25B8-70BC-B074-626E381607E0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4:47.575" v="244" actId="1076"/>
          <ac:picMkLst>
            <pc:docMk/>
            <pc:sldMk cId="3197179736" sldId="265"/>
            <ac:picMk id="10" creationId="{31C4C14A-C7B4-09D9-2985-70C880EBCDF3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256BB100-5723-D61A-3E83-49D2A8B533F6}" dt="2023-07-04T14:46:26.890" v="280" actId="1076"/>
        <pc:sldMkLst>
          <pc:docMk/>
          <pc:sldMk cId="4093049981" sldId="266"/>
        </pc:sldMkLst>
        <pc:spChg chg="mod">
          <ac:chgData name="MARIANA MATIAS MELENGATE" userId="S::mariana.melengate@csn.com.br::2ccf716e-76bf-4a28-9405-3486cc2f2957" providerId="AD" clId="Web-{256BB100-5723-D61A-3E83-49D2A8B533F6}" dt="2023-07-04T14:46:14.640" v="275" actId="20577"/>
          <ac:spMkLst>
            <pc:docMk/>
            <pc:sldMk cId="4093049981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6:17.734" v="277" actId="20577"/>
          <ac:spMkLst>
            <pc:docMk/>
            <pc:sldMk cId="4093049981" sldId="26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56BB100-5723-D61A-3E83-49D2A8B533F6}" dt="2023-07-04T14:45:45.733" v="260"/>
          <ac:picMkLst>
            <pc:docMk/>
            <pc:sldMk cId="4093049981" sldId="266"/>
            <ac:picMk id="2" creationId="{978DB835-D529-C76A-315E-0D5DD2A9488A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6:18.624" v="278"/>
          <ac:picMkLst>
            <pc:docMk/>
            <pc:sldMk cId="4093049981" sldId="266"/>
            <ac:picMk id="4" creationId="{06C15A3D-2415-3729-3245-A6C812F5A9C4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5:57.014" v="265" actId="1076"/>
          <ac:picMkLst>
            <pc:docMk/>
            <pc:sldMk cId="4093049981" sldId="266"/>
            <ac:picMk id="5" creationId="{985B59DB-96F8-545D-DF01-63E4B2CAEF6E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6:26.890" v="280" actId="1076"/>
          <ac:picMkLst>
            <pc:docMk/>
            <pc:sldMk cId="4093049981" sldId="266"/>
            <ac:picMk id="6" creationId="{4A2D950B-E8C7-FB28-8E2D-5A66B45EE88F}"/>
          </ac:picMkLst>
        </pc:picChg>
      </pc:sldChg>
    </pc:docChg>
  </pc:docChgLst>
  <pc:docChgLst>
    <pc:chgData name="MARIANA MATIAS MELENGATE" userId="S::mariana.melengate@csn.com.br::2ccf716e-76bf-4a28-9405-3486cc2f2957" providerId="AD" clId="Web-{F9A6227C-A00F-1D1D-16CE-066B3602B07B}"/>
    <pc:docChg chg="modSld">
      <pc:chgData name="MARIANA MATIAS MELENGATE" userId="S::mariana.melengate@csn.com.br::2ccf716e-76bf-4a28-9405-3486cc2f2957" providerId="AD" clId="Web-{F9A6227C-A00F-1D1D-16CE-066B3602B07B}" dt="2023-07-19T13:55:25.794" v="50" actId="1076"/>
      <pc:docMkLst>
        <pc:docMk/>
      </pc:docMkLst>
      <pc:sldChg chg="addSp delSp modSp">
        <pc:chgData name="MARIANA MATIAS MELENGATE" userId="S::mariana.melengate@csn.com.br::2ccf716e-76bf-4a28-9405-3486cc2f2957" providerId="AD" clId="Web-{F9A6227C-A00F-1D1D-16CE-066B3602B07B}" dt="2023-07-19T13:55:25.794" v="50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9A6227C-A00F-1D1D-16CE-066B3602B07B}" dt="2023-07-19T13:52:15.400" v="3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9A6227C-A00F-1D1D-16CE-066B3602B07B}" dt="2023-07-19T13:54:48.434" v="41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9A6227C-A00F-1D1D-16CE-066B3602B07B}" dt="2023-07-19T13:54:49.606" v="42"/>
          <ac:picMkLst>
            <pc:docMk/>
            <pc:sldMk cId="0" sldId="256"/>
            <ac:picMk id="4" creationId="{025C96A8-8F99-7A79-86BF-D47E5A9DB289}"/>
          </ac:picMkLst>
        </pc:picChg>
        <pc:picChg chg="del">
          <ac:chgData name="MARIANA MATIAS MELENGATE" userId="S::mariana.melengate@csn.com.br::2ccf716e-76bf-4a28-9405-3486cc2f2957" providerId="AD" clId="Web-{F9A6227C-A00F-1D1D-16CE-066B3602B07B}" dt="2023-07-19T13:54:56.090" v="43"/>
          <ac:picMkLst>
            <pc:docMk/>
            <pc:sldMk cId="0" sldId="256"/>
            <ac:picMk id="6" creationId="{8C8B71B6-BC41-C5BA-4E0E-B89D760123D5}"/>
          </ac:picMkLst>
        </pc:picChg>
        <pc:picChg chg="add mod">
          <ac:chgData name="MARIANA MATIAS MELENGATE" userId="S::mariana.melengate@csn.com.br::2ccf716e-76bf-4a28-9405-3486cc2f2957" providerId="AD" clId="Web-{F9A6227C-A00F-1D1D-16CE-066B3602B07B}" dt="2023-07-19T13:55:19.044" v="48" actId="1076"/>
          <ac:picMkLst>
            <pc:docMk/>
            <pc:sldMk cId="0" sldId="256"/>
            <ac:picMk id="7" creationId="{B192DFBE-D042-6171-6C6A-CAF961EF3C4D}"/>
          </ac:picMkLst>
        </pc:picChg>
        <pc:picChg chg="add mod">
          <ac:chgData name="MARIANA MATIAS MELENGATE" userId="S::mariana.melengate@csn.com.br::2ccf716e-76bf-4a28-9405-3486cc2f2957" providerId="AD" clId="Web-{F9A6227C-A00F-1D1D-16CE-066B3602B07B}" dt="2023-07-19T13:55:25.794" v="50" actId="1076"/>
          <ac:picMkLst>
            <pc:docMk/>
            <pc:sldMk cId="0" sldId="256"/>
            <ac:picMk id="8" creationId="{8266F52F-1346-B0F1-5330-4EB4437B1A6B}"/>
          </ac:picMkLst>
        </pc:picChg>
      </pc:sldChg>
    </pc:docChg>
  </pc:docChgLst>
  <pc:docChgLst>
    <pc:chgData name="MARIANA MATIAS MELENGATE" userId="S::mariana.melengate@csn.com.br::2ccf716e-76bf-4a28-9405-3486cc2f2957" providerId="AD" clId="Web-{31C05C7B-4CDF-3E83-698C-AA259D14AAC5}"/>
    <pc:docChg chg="addSld delSld modSld">
      <pc:chgData name="MARIANA MATIAS MELENGATE" userId="S::mariana.melengate@csn.com.br::2ccf716e-76bf-4a28-9405-3486cc2f2957" providerId="AD" clId="Web-{31C05C7B-4CDF-3E83-698C-AA259D14AAC5}" dt="2024-04-10T17:58:40.129" v="847" actId="1076"/>
      <pc:docMkLst>
        <pc:docMk/>
      </pc:docMkLst>
      <pc:sldChg chg="addSp delSp modSp">
        <pc:chgData name="MARIANA MATIAS MELENGATE" userId="S::mariana.melengate@csn.com.br::2ccf716e-76bf-4a28-9405-3486cc2f2957" providerId="AD" clId="Web-{31C05C7B-4CDF-3E83-698C-AA259D14AAC5}" dt="2024-04-10T17:16:28.170" v="70" actId="20577"/>
        <pc:sldMkLst>
          <pc:docMk/>
          <pc:sldMk cId="3855834659" sldId="270"/>
        </pc:sldMkLst>
        <pc:spChg chg="del">
          <ac:chgData name="MARIANA MATIAS MELENGATE" userId="S::mariana.melengate@csn.com.br::2ccf716e-76bf-4a28-9405-3486cc2f2957" providerId="AD" clId="Web-{31C05C7B-4CDF-3E83-698C-AA259D14AAC5}" dt="2024-04-10T17:09:46.630" v="16"/>
          <ac:spMkLst>
            <pc:docMk/>
            <pc:sldMk cId="3855834659" sldId="270"/>
            <ac:spMk id="182" creationId="{D038ABF7-BE11-39B6-458B-8D68736E3F21}"/>
          </ac:spMkLst>
        </pc:spChg>
        <pc:spChg chg="del">
          <ac:chgData name="MARIANA MATIAS MELENGATE" userId="S::mariana.melengate@csn.com.br::2ccf716e-76bf-4a28-9405-3486cc2f2957" providerId="AD" clId="Web-{31C05C7B-4CDF-3E83-698C-AA259D14AAC5}" dt="2024-04-10T17:16:05.451" v="65"/>
          <ac:spMkLst>
            <pc:docMk/>
            <pc:sldMk cId="3855834659" sldId="270"/>
            <ac:spMk id="188" creationId="{7A824601-93C6-C4D3-1126-63B02059B182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0:31.928" v="35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0:35.381" v="36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1:49.461" v="6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6:28.170" v="70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10:06.208" v="21" actId="14100"/>
          <ac:picMkLst>
            <pc:docMk/>
            <pc:sldMk cId="3855834659" sldId="270"/>
            <ac:picMk id="2" creationId="{5696BC28-8CEF-D94C-CC72-9D0BEE684C9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1:06.710" v="40"/>
          <ac:picMkLst>
            <pc:docMk/>
            <pc:sldMk cId="3855834659" sldId="270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10:45.819" v="39" actId="1076"/>
          <ac:picMkLst>
            <pc:docMk/>
            <pc:sldMk cId="3855834659" sldId="270"/>
            <ac:picMk id="8" creationId="{6939C6DB-10EC-4628-F718-B43FAD081DF1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11:28.570" v="46" actId="1076"/>
          <ac:picMkLst>
            <pc:docMk/>
            <pc:sldMk cId="3855834659" sldId="270"/>
            <ac:picMk id="9" creationId="{43DEB633-DBA1-5886-376F-44DDFAC1C788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16:14.935" v="68" actId="1076"/>
          <ac:picMkLst>
            <pc:docMk/>
            <pc:sldMk cId="3855834659" sldId="270"/>
            <ac:picMk id="11" creationId="{ECAB5D17-7014-4D25-08AA-DD0D4FBCF9A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1:09.054" v="41"/>
          <ac:picMkLst>
            <pc:docMk/>
            <pc:sldMk cId="3855834659" sldId="270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09:52.693" v="17"/>
          <ac:picMkLst>
            <pc:docMk/>
            <pc:sldMk cId="3855834659" sldId="270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0:37.428" v="37"/>
          <ac:picMkLst>
            <pc:docMk/>
            <pc:sldMk cId="3855834659" sldId="270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6:07.794" v="66"/>
          <ac:picMkLst>
            <pc:docMk/>
            <pc:sldMk cId="3855834659" sldId="270"/>
            <ac:picMk id="18" creationId="{ED214943-3C7B-A0E8-AA85-2E20817A59BE}"/>
          </ac:picMkLst>
        </pc:picChg>
      </pc:sldChg>
      <pc:sldChg chg="del">
        <pc:chgData name="MARIANA MATIAS MELENGATE" userId="S::mariana.melengate@csn.com.br::2ccf716e-76bf-4a28-9405-3486cc2f2957" providerId="AD" clId="Web-{31C05C7B-4CDF-3E83-698C-AA259D14AAC5}" dt="2024-04-10T17:35:51.819" v="410"/>
        <pc:sldMkLst>
          <pc:docMk/>
          <pc:sldMk cId="4187757451" sldId="271"/>
        </pc:sldMkLst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8:46.232" v="280" actId="20577"/>
        <pc:sldMkLst>
          <pc:docMk/>
          <pc:sldMk cId="68872061" sldId="272"/>
        </pc:sldMkLst>
        <pc:spChg chg="mod">
          <ac:chgData name="MARIANA MATIAS MELENGATE" userId="S::mariana.melengate@csn.com.br::2ccf716e-76bf-4a28-9405-3486cc2f2957" providerId="AD" clId="Web-{31C05C7B-4CDF-3E83-698C-AA259D14AAC5}" dt="2024-04-10T17:26:48.745" v="255" actId="20577"/>
          <ac:spMkLst>
            <pc:docMk/>
            <pc:sldMk cId="68872061" sldId="272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7:07.011" v="257" actId="20577"/>
          <ac:spMkLst>
            <pc:docMk/>
            <pc:sldMk cId="68872061" sldId="272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8:37.060" v="279" actId="20577"/>
          <ac:spMkLst>
            <pc:docMk/>
            <pc:sldMk cId="68872061" sldId="272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8:46.232" v="280" actId="20577"/>
          <ac:spMkLst>
            <pc:docMk/>
            <pc:sldMk cId="68872061" sldId="272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26:32.417" v="235" actId="14100"/>
          <ac:picMkLst>
            <pc:docMk/>
            <pc:sldMk cId="68872061" sldId="272"/>
            <ac:picMk id="2" creationId="{013BADD0-10B5-70B9-E8C9-01D2A17F4F8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7:27.918" v="260"/>
          <ac:picMkLst>
            <pc:docMk/>
            <pc:sldMk cId="68872061" sldId="272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7:14.465" v="259" actId="1076"/>
          <ac:picMkLst>
            <pc:docMk/>
            <pc:sldMk cId="68872061" sldId="272"/>
            <ac:picMk id="8" creationId="{1B978BB6-B070-5147-EDE0-E176887562F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7:45.262" v="266" actId="1076"/>
          <ac:picMkLst>
            <pc:docMk/>
            <pc:sldMk cId="68872061" sldId="272"/>
            <ac:picMk id="9" creationId="{F0ADC4C1-7A33-BD58-2E8B-AE785B31361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7:58.965" v="269" actId="1076"/>
          <ac:picMkLst>
            <pc:docMk/>
            <pc:sldMk cId="68872061" sldId="272"/>
            <ac:picMk id="11" creationId="{D2FE45EC-D382-D45C-D1C6-52F04FBBD6F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7:29.949" v="261"/>
          <ac:picMkLst>
            <pc:docMk/>
            <pc:sldMk cId="68872061" sldId="272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6:24.557" v="232"/>
          <ac:picMkLst>
            <pc:docMk/>
            <pc:sldMk cId="68872061" sldId="272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6:49.605" v="256"/>
          <ac:picMkLst>
            <pc:docMk/>
            <pc:sldMk cId="68872061" sldId="272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7:48.668" v="267"/>
          <ac:picMkLst>
            <pc:docMk/>
            <pc:sldMk cId="68872061" sldId="272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6:07.729" v="231" actId="1076"/>
        <pc:sldMkLst>
          <pc:docMk/>
          <pc:sldMk cId="3462647749" sldId="273"/>
        </pc:sldMkLst>
        <pc:spChg chg="mod">
          <ac:chgData name="MARIANA MATIAS MELENGATE" userId="S::mariana.melengate@csn.com.br::2ccf716e-76bf-4a28-9405-3486cc2f2957" providerId="AD" clId="Web-{31C05C7B-4CDF-3E83-698C-AA259D14AAC5}" dt="2024-04-10T17:25:25.868" v="208" actId="1076"/>
          <ac:spMkLst>
            <pc:docMk/>
            <pc:sldMk cId="3462647749" sldId="273"/>
            <ac:spMk id="186" creationId="{22FC45D8-45EF-60C4-7E3B-D7ADDCF3CFDB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4:31.742" v="200" actId="20577"/>
          <ac:spMkLst>
            <pc:docMk/>
            <pc:sldMk cId="3462647749" sldId="273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4:51.258" v="204" actId="20577"/>
          <ac:spMkLst>
            <pc:docMk/>
            <pc:sldMk cId="3462647749" sldId="273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5:56.885" v="226" actId="20577"/>
          <ac:spMkLst>
            <pc:docMk/>
            <pc:sldMk cId="3462647749" sldId="273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6:00.369" v="228" actId="20577"/>
          <ac:spMkLst>
            <pc:docMk/>
            <pc:sldMk cId="3462647749" sldId="273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23:55.804" v="183" actId="1076"/>
          <ac:picMkLst>
            <pc:docMk/>
            <pc:sldMk cId="3462647749" sldId="273"/>
            <ac:picMk id="2" creationId="{FCE0A1CF-C3AE-4191-E97D-0C0821CB1B5E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5:20.103" v="205"/>
          <ac:picMkLst>
            <pc:docMk/>
            <pc:sldMk cId="3462647749" sldId="273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4:41.993" v="203" actId="1076"/>
          <ac:picMkLst>
            <pc:docMk/>
            <pc:sldMk cId="3462647749" sldId="273"/>
            <ac:picMk id="8" creationId="{7AA04B1A-03FB-9277-5E71-C28E65551A42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5:34.869" v="211" actId="14100"/>
          <ac:picMkLst>
            <pc:docMk/>
            <pc:sldMk cId="3462647749" sldId="273"/>
            <ac:picMk id="9" creationId="{21700046-3E40-4143-2994-AE9DBF8BDB4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6:07.729" v="231" actId="1076"/>
          <ac:picMkLst>
            <pc:docMk/>
            <pc:sldMk cId="3462647749" sldId="273"/>
            <ac:picMk id="11" creationId="{3B6680EF-A343-7D86-7AE5-86F27769ECB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5:22.134" v="206"/>
          <ac:picMkLst>
            <pc:docMk/>
            <pc:sldMk cId="3462647749" sldId="273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3:37.397" v="178"/>
          <ac:picMkLst>
            <pc:docMk/>
            <pc:sldMk cId="3462647749" sldId="273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4:32.602" v="201"/>
          <ac:picMkLst>
            <pc:docMk/>
            <pc:sldMk cId="3462647749" sldId="273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6:00.979" v="229"/>
          <ac:picMkLst>
            <pc:docMk/>
            <pc:sldMk cId="3462647749" sldId="273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3:19.881" v="177" actId="20577"/>
        <pc:sldMkLst>
          <pc:docMk/>
          <pc:sldMk cId="1320904978" sldId="274"/>
        </pc:sldMkLst>
        <pc:spChg chg="mod">
          <ac:chgData name="MARIANA MATIAS MELENGATE" userId="S::mariana.melengate@csn.com.br::2ccf716e-76bf-4a28-9405-3486cc2f2957" providerId="AD" clId="Web-{31C05C7B-4CDF-3E83-698C-AA259D14AAC5}" dt="2024-04-10T17:22:13.380" v="148" actId="20577"/>
          <ac:spMkLst>
            <pc:docMk/>
            <pc:sldMk cId="1320904978" sldId="27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2:17.458" v="149" actId="20577"/>
          <ac:spMkLst>
            <pc:docMk/>
            <pc:sldMk cId="1320904978" sldId="27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2:57.822" v="173" actId="20577"/>
          <ac:spMkLst>
            <pc:docMk/>
            <pc:sldMk cId="1320904978" sldId="27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3:19.881" v="177" actId="20577"/>
          <ac:spMkLst>
            <pc:docMk/>
            <pc:sldMk cId="1320904978" sldId="274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21:45.442" v="125" actId="1076"/>
          <ac:picMkLst>
            <pc:docMk/>
            <pc:sldMk cId="1320904978" sldId="274"/>
            <ac:picMk id="2" creationId="{0FA839F6-A202-1499-4B65-2BE263AE04A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2:30.990" v="150"/>
          <ac:picMkLst>
            <pc:docMk/>
            <pc:sldMk cId="1320904978" sldId="274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1:54.692" v="128" actId="1076"/>
          <ac:picMkLst>
            <pc:docMk/>
            <pc:sldMk cId="1320904978" sldId="274"/>
            <ac:picMk id="8" creationId="{6B16CE57-CF5A-CFEB-C28C-17660ADA0A72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2:42.349" v="155" actId="1076"/>
          <ac:picMkLst>
            <pc:docMk/>
            <pc:sldMk cId="1320904978" sldId="274"/>
            <ac:picMk id="9" creationId="{3BDD47DA-4B68-B46C-4761-9380759388E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3:09.288" v="176" actId="1076"/>
          <ac:picMkLst>
            <pc:docMk/>
            <pc:sldMk cId="1320904978" sldId="274"/>
            <ac:picMk id="11" creationId="{500A2C5A-3C9F-588A-6F33-05D93DF76BA5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2:33.490" v="151"/>
          <ac:picMkLst>
            <pc:docMk/>
            <pc:sldMk cId="1320904978" sldId="274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1:22.426" v="121"/>
          <ac:picMkLst>
            <pc:docMk/>
            <pc:sldMk cId="1320904978" sldId="274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1:47.817" v="126"/>
          <ac:picMkLst>
            <pc:docMk/>
            <pc:sldMk cId="1320904978" sldId="274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2:58.430" v="174"/>
          <ac:picMkLst>
            <pc:docMk/>
            <pc:sldMk cId="1320904978" sldId="274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1:13.896" v="120" actId="1076"/>
        <pc:sldMkLst>
          <pc:docMk/>
          <pc:sldMk cId="3777344792" sldId="275"/>
        </pc:sldMkLst>
        <pc:spChg chg="mod">
          <ac:chgData name="MARIANA MATIAS MELENGATE" userId="S::mariana.melengate@csn.com.br::2ccf716e-76bf-4a28-9405-3486cc2f2957" providerId="AD" clId="Web-{31C05C7B-4CDF-3E83-698C-AA259D14AAC5}" dt="2024-04-10T17:19:46.830" v="93" actId="20577"/>
          <ac:spMkLst>
            <pc:docMk/>
            <pc:sldMk cId="3777344792" sldId="27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9:52.455" v="94" actId="20577"/>
          <ac:spMkLst>
            <pc:docMk/>
            <pc:sldMk cId="3777344792" sldId="27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1:01.368" v="116" actId="20577"/>
          <ac:spMkLst>
            <pc:docMk/>
            <pc:sldMk cId="3777344792" sldId="27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1:04.660" v="117" actId="20577"/>
          <ac:spMkLst>
            <pc:docMk/>
            <pc:sldMk cId="3777344792" sldId="275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18:46.188" v="74" actId="1076"/>
          <ac:picMkLst>
            <pc:docMk/>
            <pc:sldMk cId="3777344792" sldId="275"/>
            <ac:picMk id="2" creationId="{C4B88EBE-2A8B-40A0-A7E7-6B9F6EBED1B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0:21.362" v="98"/>
          <ac:picMkLst>
            <pc:docMk/>
            <pc:sldMk cId="3777344792" sldId="275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0:07.752" v="97" actId="1076"/>
          <ac:picMkLst>
            <pc:docMk/>
            <pc:sldMk cId="3777344792" sldId="275"/>
            <ac:picMk id="8" creationId="{45DA6C58-EB9A-420F-C8DC-5B7699ACAA07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0:42.253" v="103" actId="1076"/>
          <ac:picMkLst>
            <pc:docMk/>
            <pc:sldMk cId="3777344792" sldId="275"/>
            <ac:picMk id="9" creationId="{B9A760F7-456D-9190-F4D6-CF8E9C3C4E5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1:13.896" v="120" actId="1076"/>
          <ac:picMkLst>
            <pc:docMk/>
            <pc:sldMk cId="3777344792" sldId="275"/>
            <ac:picMk id="11" creationId="{BCD37487-FF68-364C-BB68-016EC98690F0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0:23.893" v="99"/>
          <ac:picMkLst>
            <pc:docMk/>
            <pc:sldMk cId="3777344792" sldId="275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6:39.092" v="71"/>
          <ac:picMkLst>
            <pc:docMk/>
            <pc:sldMk cId="3777344792" sldId="275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9:55.799" v="95"/>
          <ac:picMkLst>
            <pc:docMk/>
            <pc:sldMk cId="3777344792" sldId="275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1:07.738" v="118"/>
          <ac:picMkLst>
            <pc:docMk/>
            <pc:sldMk cId="3777344792" sldId="275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0:49.094" v="325" actId="20577"/>
        <pc:sldMkLst>
          <pc:docMk/>
          <pc:sldMk cId="2177089802" sldId="276"/>
        </pc:sldMkLst>
        <pc:spChg chg="mod">
          <ac:chgData name="MARIANA MATIAS MELENGATE" userId="S::mariana.melengate@csn.com.br::2ccf716e-76bf-4a28-9405-3486cc2f2957" providerId="AD" clId="Web-{31C05C7B-4CDF-3E83-698C-AA259D14AAC5}" dt="2024-04-10T17:29:34.311" v="304" actId="20577"/>
          <ac:spMkLst>
            <pc:docMk/>
            <pc:sldMk cId="2177089802" sldId="276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9:50.624" v="308" actId="20577"/>
          <ac:spMkLst>
            <pc:docMk/>
            <pc:sldMk cId="2177089802" sldId="276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0:29.531" v="320" actId="20577"/>
          <ac:spMkLst>
            <pc:docMk/>
            <pc:sldMk cId="2177089802" sldId="276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0:49.094" v="325" actId="20577"/>
          <ac:spMkLst>
            <pc:docMk/>
            <pc:sldMk cId="2177089802" sldId="276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29:08.748" v="282"/>
          <ac:picMkLst>
            <pc:docMk/>
            <pc:sldMk cId="2177089802" sldId="276"/>
            <ac:picMk id="2" creationId="{013BADD0-10B5-70B9-E8C9-01D2A17F4F8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9:17.155" v="285" actId="14100"/>
          <ac:picMkLst>
            <pc:docMk/>
            <pc:sldMk cId="2177089802" sldId="276"/>
            <ac:picMk id="6" creationId="{AD474033-72AE-73B3-CD6A-54B9348AA07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9:35.046" v="305"/>
          <ac:picMkLst>
            <pc:docMk/>
            <pc:sldMk cId="2177089802" sldId="276"/>
            <ac:picMk id="8" creationId="{1B978BB6-B070-5147-EDE0-E176887562F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0:02.577" v="309"/>
          <ac:picMkLst>
            <pc:docMk/>
            <pc:sldMk cId="2177089802" sldId="276"/>
            <ac:picMk id="9" creationId="{F0ADC4C1-7A33-BD58-2E8B-AE785B3136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0:32.063" v="321"/>
          <ac:picMkLst>
            <pc:docMk/>
            <pc:sldMk cId="2177089802" sldId="276"/>
            <ac:picMk id="11" creationId="{D2FE45EC-D382-D45C-D1C6-52F04FBBD6F7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9:41.811" v="307" actId="1076"/>
          <ac:picMkLst>
            <pc:docMk/>
            <pc:sldMk cId="2177089802" sldId="276"/>
            <ac:picMk id="12" creationId="{6BCACA97-1B01-7B40-1584-04E6E1D31BBB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0:19.031" v="314" actId="1076"/>
          <ac:picMkLst>
            <pc:docMk/>
            <pc:sldMk cId="2177089802" sldId="276"/>
            <ac:picMk id="13" creationId="{21A141DC-1823-C694-7FDF-96C4C757FDB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0:38.813" v="323" actId="1076"/>
          <ac:picMkLst>
            <pc:docMk/>
            <pc:sldMk cId="2177089802" sldId="276"/>
            <ac:picMk id="14" creationId="{3D515BBF-702D-E6A1-9AD4-EBE6331D8FE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2:55.222" v="362" actId="1076"/>
        <pc:sldMkLst>
          <pc:docMk/>
          <pc:sldMk cId="249498317" sldId="277"/>
        </pc:sldMkLst>
        <pc:spChg chg="mod">
          <ac:chgData name="MARIANA MATIAS MELENGATE" userId="S::mariana.melengate@csn.com.br::2ccf716e-76bf-4a28-9405-3486cc2f2957" providerId="AD" clId="Web-{31C05C7B-4CDF-3E83-698C-AA259D14AAC5}" dt="2024-04-10T17:31:51.986" v="343" actId="20577"/>
          <ac:spMkLst>
            <pc:docMk/>
            <pc:sldMk cId="249498317" sldId="277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2:03.924" v="345" actId="20577"/>
          <ac:spMkLst>
            <pc:docMk/>
            <pc:sldMk cId="249498317" sldId="277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2:28.065" v="358" actId="20577"/>
          <ac:spMkLst>
            <pc:docMk/>
            <pc:sldMk cId="249498317" sldId="277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2:42.878" v="359" actId="20577"/>
          <ac:spMkLst>
            <pc:docMk/>
            <pc:sldMk cId="249498317" sldId="277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31:20.204" v="332" actId="1076"/>
          <ac:picMkLst>
            <pc:docMk/>
            <pc:sldMk cId="249498317" sldId="277"/>
            <ac:picMk id="2" creationId="{B6AACB96-82BA-7D16-9216-86596F0A60C3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1:07.673" v="327"/>
          <ac:picMkLst>
            <pc:docMk/>
            <pc:sldMk cId="249498317" sldId="277"/>
            <ac:picMk id="6" creationId="{AD474033-72AE-73B3-CD6A-54B9348AA07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1:27.282" v="335" actId="1076"/>
          <ac:picMkLst>
            <pc:docMk/>
            <pc:sldMk cId="249498317" sldId="277"/>
            <ac:picMk id="8" creationId="{C4C1462D-DBF2-5F92-9514-0AA78E36F4A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2:19.237" v="351" actId="14100"/>
          <ac:picMkLst>
            <pc:docMk/>
            <pc:sldMk cId="249498317" sldId="277"/>
            <ac:picMk id="9" creationId="{017721DC-935F-88D4-6717-4EB2F752471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2:55.222" v="362" actId="1076"/>
          <ac:picMkLst>
            <pc:docMk/>
            <pc:sldMk cId="249498317" sldId="277"/>
            <ac:picMk id="11" creationId="{CD89AFA5-8134-FC3F-5978-DCFCDD8750C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1:21.689" v="333"/>
          <ac:picMkLst>
            <pc:docMk/>
            <pc:sldMk cId="249498317" sldId="277"/>
            <ac:picMk id="12" creationId="{6BCACA97-1B01-7B40-1584-04E6E1D31BBB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2:04.752" v="346"/>
          <ac:picMkLst>
            <pc:docMk/>
            <pc:sldMk cId="249498317" sldId="277"/>
            <ac:picMk id="13" creationId="{21A141DC-1823-C694-7FDF-96C4C757FDB9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2:45.331" v="360"/>
          <ac:picMkLst>
            <pc:docMk/>
            <pc:sldMk cId="249498317" sldId="277"/>
            <ac:picMk id="14" creationId="{3D515BBF-702D-E6A1-9AD4-EBE6331D8FE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5:40.538" v="407" actId="1076"/>
        <pc:sldMkLst>
          <pc:docMk/>
          <pc:sldMk cId="3860886553" sldId="278"/>
        </pc:sldMkLst>
        <pc:spChg chg="mod">
          <ac:chgData name="MARIANA MATIAS MELENGATE" userId="S::mariana.melengate@csn.com.br::2ccf716e-76bf-4a28-9405-3486cc2f2957" providerId="AD" clId="Web-{31C05C7B-4CDF-3E83-698C-AA259D14AAC5}" dt="2024-04-10T17:33:55.629" v="380" actId="20577"/>
          <ac:spMkLst>
            <pc:docMk/>
            <pc:sldMk cId="3860886553" sldId="278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4:15.552" v="382" actId="20577"/>
          <ac:spMkLst>
            <pc:docMk/>
            <pc:sldMk cId="3860886553" sldId="278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5:27.491" v="403" actId="20577"/>
          <ac:spMkLst>
            <pc:docMk/>
            <pc:sldMk cId="3860886553" sldId="278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5:29.881" v="404"/>
          <ac:spMkLst>
            <pc:docMk/>
            <pc:sldMk cId="3860886553" sldId="278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33:14.988" v="364"/>
          <ac:picMkLst>
            <pc:docMk/>
            <pc:sldMk cId="3860886553" sldId="278"/>
            <ac:picMk id="2" creationId="{B6AACB96-82BA-7D16-9216-86596F0A60C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3:32.707" v="369" actId="14100"/>
          <ac:picMkLst>
            <pc:docMk/>
            <pc:sldMk cId="3860886553" sldId="278"/>
            <ac:picMk id="6" creationId="{4FE435DF-BA9C-6A26-30E1-6729942A98C1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4:16.270" v="383"/>
          <ac:picMkLst>
            <pc:docMk/>
            <pc:sldMk cId="3860886553" sldId="278"/>
            <ac:picMk id="8" creationId="{C4C1462D-DBF2-5F92-9514-0AA78E36F4A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4:53.037" v="386"/>
          <ac:picMkLst>
            <pc:docMk/>
            <pc:sldMk cId="3860886553" sldId="278"/>
            <ac:picMk id="9" creationId="{017721DC-935F-88D4-6717-4EB2F752471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5:33.850" v="405"/>
          <ac:picMkLst>
            <pc:docMk/>
            <pc:sldMk cId="3860886553" sldId="278"/>
            <ac:picMk id="11" creationId="{CD89AFA5-8134-FC3F-5978-DCFCDD8750C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4:26.802" v="385" actId="1076"/>
          <ac:picMkLst>
            <pc:docMk/>
            <pc:sldMk cId="3860886553" sldId="278"/>
            <ac:picMk id="12" creationId="{3E3FFD8F-66FB-E3F3-FB68-0B78F4F4219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5:04.271" v="390" actId="1076"/>
          <ac:picMkLst>
            <pc:docMk/>
            <pc:sldMk cId="3860886553" sldId="278"/>
            <ac:picMk id="13" creationId="{CA2A2C64-5CC0-77F9-6459-6191952672D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5:40.538" v="407" actId="1076"/>
          <ac:picMkLst>
            <pc:docMk/>
            <pc:sldMk cId="3860886553" sldId="278"/>
            <ac:picMk id="14" creationId="{0671DE22-5D6A-0F82-0727-740BFF8CEA89}"/>
          </ac:picMkLst>
        </pc:picChg>
      </pc:sldChg>
      <pc:sldChg chg="addSp delSp modSp add del replId">
        <pc:chgData name="MARIANA MATIAS MELENGATE" userId="S::mariana.melengate@csn.com.br::2ccf716e-76bf-4a28-9405-3486cc2f2957" providerId="AD" clId="Web-{31C05C7B-4CDF-3E83-698C-AA259D14AAC5}" dt="2024-04-10T17:37:29.915" v="431"/>
        <pc:sldMkLst>
          <pc:docMk/>
          <pc:sldMk cId="1546598879" sldId="279"/>
        </pc:sldMkLst>
        <pc:spChg chg="mod">
          <ac:chgData name="MARIANA MATIAS MELENGATE" userId="S::mariana.melengate@csn.com.br::2ccf716e-76bf-4a28-9405-3486cc2f2957" providerId="AD" clId="Web-{31C05C7B-4CDF-3E83-698C-AA259D14AAC5}" dt="2024-04-10T17:36:57.274" v="426" actId="20577"/>
          <ac:spMkLst>
            <pc:docMk/>
            <pc:sldMk cId="1546598879" sldId="279"/>
            <ac:spMk id="190" creationId="{A62E69E9-13E5-80B6-732E-5CCB2CE7C6F6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36:46.352" v="417" actId="1076"/>
          <ac:picMkLst>
            <pc:docMk/>
            <pc:sldMk cId="1546598879" sldId="279"/>
            <ac:picMk id="2" creationId="{27961925-7663-2481-441B-2500EC7DD6E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6:30.773" v="412"/>
          <ac:picMkLst>
            <pc:docMk/>
            <pc:sldMk cId="1546598879" sldId="279"/>
            <ac:picMk id="6" creationId="{4FE435DF-BA9C-6A26-30E1-6729942A98C1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7:00.024" v="427"/>
          <ac:picMkLst>
            <pc:docMk/>
            <pc:sldMk cId="1546598879" sldId="279"/>
            <ac:picMk id="12" creationId="{3E3FFD8F-66FB-E3F3-FB68-0B78F4F4219D}"/>
          </ac:picMkLst>
        </pc:picChg>
      </pc:sldChg>
      <pc:sldChg chg="new del">
        <pc:chgData name="MARIANA MATIAS MELENGATE" userId="S::mariana.melengate@csn.com.br::2ccf716e-76bf-4a28-9405-3486cc2f2957" providerId="AD" clId="Web-{31C05C7B-4CDF-3E83-698C-AA259D14AAC5}" dt="2024-04-10T17:35:49.710" v="409"/>
        <pc:sldMkLst>
          <pc:docMk/>
          <pc:sldMk cId="4164541503" sldId="279"/>
        </pc:sldMkLst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9:11.308" v="462" actId="1076"/>
        <pc:sldMkLst>
          <pc:docMk/>
          <pc:sldMk cId="3045172148" sldId="280"/>
        </pc:sldMkLst>
        <pc:spChg chg="mod">
          <ac:chgData name="MARIANA MATIAS MELENGATE" userId="S::mariana.melengate@csn.com.br::2ccf716e-76bf-4a28-9405-3486cc2f2957" providerId="AD" clId="Web-{31C05C7B-4CDF-3E83-698C-AA259D14AAC5}" dt="2024-04-10T17:37:46.072" v="437" actId="20577"/>
          <ac:spMkLst>
            <pc:docMk/>
            <pc:sldMk cId="3045172148" sldId="28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8:22.416" v="442" actId="20577"/>
          <ac:spMkLst>
            <pc:docMk/>
            <pc:sldMk cId="3045172148" sldId="28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8:59.042" v="457" actId="20577"/>
          <ac:spMkLst>
            <pc:docMk/>
            <pc:sldMk cId="3045172148" sldId="28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9:03.011" v="459" actId="20577"/>
          <ac:spMkLst>
            <pc:docMk/>
            <pc:sldMk cId="3045172148" sldId="28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37:22.243" v="429"/>
          <ac:picMkLst>
            <pc:docMk/>
            <pc:sldMk cId="3045172148" sldId="280"/>
            <ac:picMk id="6" creationId="{4FE435DF-BA9C-6A26-30E1-6729942A98C1}"/>
          </ac:picMkLst>
        </pc:picChg>
        <pc:picChg chg="add">
          <ac:chgData name="MARIANA MATIAS MELENGATE" userId="S::mariana.melengate@csn.com.br::2ccf716e-76bf-4a28-9405-3486cc2f2957" providerId="AD" clId="Web-{31C05C7B-4CDF-3E83-698C-AA259D14AAC5}" dt="2024-04-10T17:37:24.274" v="430"/>
          <ac:picMkLst>
            <pc:docMk/>
            <pc:sldMk cId="3045172148" sldId="280"/>
            <ac:picMk id="8" creationId="{5DAEC4AB-FCCA-A7FA-A8BF-4ACB3304CE4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7:56.447" v="440" actId="1076"/>
          <ac:picMkLst>
            <pc:docMk/>
            <pc:sldMk cId="3045172148" sldId="280"/>
            <ac:picMk id="9" creationId="{E2E6D186-51C7-6847-42CA-A8CC93DC849C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8:37.916" v="447" actId="1076"/>
          <ac:picMkLst>
            <pc:docMk/>
            <pc:sldMk cId="3045172148" sldId="280"/>
            <ac:picMk id="11" creationId="{88239466-A7A3-80D4-9710-9ACAC5D265A3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7:47.963" v="438"/>
          <ac:picMkLst>
            <pc:docMk/>
            <pc:sldMk cId="3045172148" sldId="280"/>
            <ac:picMk id="12" creationId="{3E3FFD8F-66FB-E3F3-FB68-0B78F4F4219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8:23.385" v="443"/>
          <ac:picMkLst>
            <pc:docMk/>
            <pc:sldMk cId="3045172148" sldId="280"/>
            <ac:picMk id="13" creationId="{CA2A2C64-5CC0-77F9-6459-6191952672D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9:04.073" v="460"/>
          <ac:picMkLst>
            <pc:docMk/>
            <pc:sldMk cId="3045172148" sldId="280"/>
            <ac:picMk id="14" creationId="{0671DE22-5D6A-0F82-0727-740BFF8CEA8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9:11.308" v="462" actId="1076"/>
          <ac:picMkLst>
            <pc:docMk/>
            <pc:sldMk cId="3045172148" sldId="280"/>
            <ac:picMk id="15" creationId="{690129A6-F538-7A5A-DBCE-E1BBDE669A7A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41:48.499" v="513" actId="1076"/>
        <pc:sldMkLst>
          <pc:docMk/>
          <pc:sldMk cId="186101639" sldId="281"/>
        </pc:sldMkLst>
        <pc:spChg chg="mod">
          <ac:chgData name="MARIANA MATIAS MELENGATE" userId="S::mariana.melengate@csn.com.br::2ccf716e-76bf-4a28-9405-3486cc2f2957" providerId="AD" clId="Web-{31C05C7B-4CDF-3E83-698C-AA259D14AAC5}" dt="2024-04-10T17:39:59.215" v="471" actId="20577"/>
          <ac:spMkLst>
            <pc:docMk/>
            <pc:sldMk cId="186101639" sldId="281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0:54.341" v="476" actId="20577"/>
          <ac:spMkLst>
            <pc:docMk/>
            <pc:sldMk cId="186101639" sldId="281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1:31.092" v="508" actId="20577"/>
          <ac:spMkLst>
            <pc:docMk/>
            <pc:sldMk cId="186101639" sldId="281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1:37.139" v="510" actId="20577"/>
          <ac:spMkLst>
            <pc:docMk/>
            <pc:sldMk cId="186101639" sldId="281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39:48.809" v="467" actId="1076"/>
          <ac:picMkLst>
            <pc:docMk/>
            <pc:sldMk cId="186101639" sldId="281"/>
            <ac:picMk id="2" creationId="{29C3D445-DA3C-5C36-4543-67827248AA5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0:15.153" v="474" actId="1076"/>
          <ac:picMkLst>
            <pc:docMk/>
            <pc:sldMk cId="186101639" sldId="281"/>
            <ac:picMk id="6" creationId="{6C8F9873-B8CF-AFF9-4FC1-A12C187C277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9:39.683" v="464"/>
          <ac:picMkLst>
            <pc:docMk/>
            <pc:sldMk cId="186101639" sldId="281"/>
            <ac:picMk id="8" creationId="{5DAEC4AB-FCCA-A7FA-A8BF-4ACB3304CE4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0:05.418" v="472"/>
          <ac:picMkLst>
            <pc:docMk/>
            <pc:sldMk cId="186101639" sldId="281"/>
            <ac:picMk id="9" creationId="{E2E6D186-51C7-6847-42CA-A8CC93DC849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0:55.247" v="477"/>
          <ac:picMkLst>
            <pc:docMk/>
            <pc:sldMk cId="186101639" sldId="281"/>
            <ac:picMk id="11" creationId="{88239466-A7A3-80D4-9710-9ACAC5D265A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1:08.092" v="482" actId="1076"/>
          <ac:picMkLst>
            <pc:docMk/>
            <pc:sldMk cId="186101639" sldId="281"/>
            <ac:picMk id="12" creationId="{C95512E3-E763-6CF3-1369-BA228F0E40B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1:48.499" v="513" actId="1076"/>
          <ac:picMkLst>
            <pc:docMk/>
            <pc:sldMk cId="186101639" sldId="281"/>
            <ac:picMk id="13" creationId="{0E0C9D00-ECD1-37AB-7069-07C17569FD6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1:38.311" v="511"/>
          <ac:picMkLst>
            <pc:docMk/>
            <pc:sldMk cId="186101639" sldId="281"/>
            <ac:picMk id="15" creationId="{690129A6-F538-7A5A-DBCE-E1BBDE669A7A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44:29.346" v="561" actId="1076"/>
        <pc:sldMkLst>
          <pc:docMk/>
          <pc:sldMk cId="2361700746" sldId="282"/>
        </pc:sldMkLst>
        <pc:spChg chg="mod">
          <ac:chgData name="MARIANA MATIAS MELENGATE" userId="S::mariana.melengate@csn.com.br::2ccf716e-76bf-4a28-9405-3486cc2f2957" providerId="AD" clId="Web-{31C05C7B-4CDF-3E83-698C-AA259D14AAC5}" dt="2024-04-10T17:43:21.891" v="531" actId="20577"/>
          <ac:spMkLst>
            <pc:docMk/>
            <pc:sldMk cId="2361700746" sldId="282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3:27.657" v="533" actId="20577"/>
          <ac:spMkLst>
            <pc:docMk/>
            <pc:sldMk cId="2361700746" sldId="282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4:17.971" v="556" actId="20577"/>
          <ac:spMkLst>
            <pc:docMk/>
            <pc:sldMk cId="2361700746" sldId="282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4:22.299" v="558" actId="20577"/>
          <ac:spMkLst>
            <pc:docMk/>
            <pc:sldMk cId="2361700746" sldId="282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42:44.062" v="515"/>
          <ac:picMkLst>
            <pc:docMk/>
            <pc:sldMk cId="2361700746" sldId="282"/>
            <ac:picMk id="2" creationId="{29C3D445-DA3C-5C36-4543-67827248AA5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3:28.376" v="534"/>
          <ac:picMkLst>
            <pc:docMk/>
            <pc:sldMk cId="2361700746" sldId="282"/>
            <ac:picMk id="6" creationId="{6C8F9873-B8CF-AFF9-4FC1-A12C187C277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2:53.797" v="519" actId="1076"/>
          <ac:picMkLst>
            <pc:docMk/>
            <pc:sldMk cId="2361700746" sldId="282"/>
            <ac:picMk id="8" creationId="{6A371A9F-0089-FFCE-EC79-0EBEC80F099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3:33.204" v="536" actId="1076"/>
          <ac:picMkLst>
            <pc:docMk/>
            <pc:sldMk cId="2361700746" sldId="282"/>
            <ac:picMk id="9" creationId="{ED19B6F8-6B6D-A3BC-89BE-6157235C81BE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3:58.564" v="542" actId="1076"/>
          <ac:picMkLst>
            <pc:docMk/>
            <pc:sldMk cId="2361700746" sldId="282"/>
            <ac:picMk id="11" creationId="{95001BD8-31A0-B6E8-EF6B-2DD84A4AD1F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3:44.392" v="537"/>
          <ac:picMkLst>
            <pc:docMk/>
            <pc:sldMk cId="2361700746" sldId="282"/>
            <ac:picMk id="12" creationId="{C95512E3-E763-6CF3-1369-BA228F0E40B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4:22.955" v="559"/>
          <ac:picMkLst>
            <pc:docMk/>
            <pc:sldMk cId="2361700746" sldId="282"/>
            <ac:picMk id="13" creationId="{0E0C9D00-ECD1-37AB-7069-07C17569FD6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4:29.346" v="561" actId="1076"/>
          <ac:picMkLst>
            <pc:docMk/>
            <pc:sldMk cId="2361700746" sldId="282"/>
            <ac:picMk id="14" creationId="{B91D6F38-B926-75E4-B867-2117342B7B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47:57.631" v="613" actId="20577"/>
        <pc:sldMkLst>
          <pc:docMk/>
          <pc:sldMk cId="3819240119" sldId="283"/>
        </pc:sldMkLst>
        <pc:spChg chg="mod">
          <ac:chgData name="MARIANA MATIAS MELENGATE" userId="S::mariana.melengate@csn.com.br::2ccf716e-76bf-4a28-9405-3486cc2f2957" providerId="AD" clId="Web-{31C05C7B-4CDF-3E83-698C-AA259D14AAC5}" dt="2024-04-10T17:46:17.614" v="577" actId="20577"/>
          <ac:spMkLst>
            <pc:docMk/>
            <pc:sldMk cId="3819240119" sldId="283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6:32.895" v="579" actId="20577"/>
          <ac:spMkLst>
            <pc:docMk/>
            <pc:sldMk cId="3819240119" sldId="283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7:44.709" v="611" actId="20577"/>
          <ac:spMkLst>
            <pc:docMk/>
            <pc:sldMk cId="3819240119" sldId="283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7:57.631" v="613" actId="20577"/>
          <ac:spMkLst>
            <pc:docMk/>
            <pc:sldMk cId="3819240119" sldId="283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46:00.582" v="566" actId="14100"/>
          <ac:picMkLst>
            <pc:docMk/>
            <pc:sldMk cId="3819240119" sldId="283"/>
            <ac:picMk id="2" creationId="{46FC3492-29C2-3229-1066-1A9E4A71D9F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6:41.036" v="582" actId="1076"/>
          <ac:picMkLst>
            <pc:docMk/>
            <pc:sldMk cId="3819240119" sldId="283"/>
            <ac:picMk id="6" creationId="{F29FD74D-3730-DDCC-18ED-2CC4A18CC14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5:49.957" v="563"/>
          <ac:picMkLst>
            <pc:docMk/>
            <pc:sldMk cId="3819240119" sldId="283"/>
            <ac:picMk id="8" creationId="{6A371A9F-0089-FFCE-EC79-0EBEC80F099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6:34.052" v="580"/>
          <ac:picMkLst>
            <pc:docMk/>
            <pc:sldMk cId="3819240119" sldId="283"/>
            <ac:picMk id="9" creationId="{ED19B6F8-6B6D-A3BC-89BE-6157235C81BE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6:53.458" v="583"/>
          <ac:picMkLst>
            <pc:docMk/>
            <pc:sldMk cId="3819240119" sldId="283"/>
            <ac:picMk id="11" creationId="{95001BD8-31A0-B6E8-EF6B-2DD84A4AD1F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7:05.802" v="587" actId="1076"/>
          <ac:picMkLst>
            <pc:docMk/>
            <pc:sldMk cId="3819240119" sldId="283"/>
            <ac:picMk id="12" creationId="{B2E37B97-2877-2D86-FE56-57206268AB2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7:18.006" v="590" actId="1076"/>
          <ac:picMkLst>
            <pc:docMk/>
            <pc:sldMk cId="3819240119" sldId="283"/>
            <ac:picMk id="13" creationId="{345C2CA8-7BFB-740F-7DF1-24BCB402169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7:07.990" v="588"/>
          <ac:picMkLst>
            <pc:docMk/>
            <pc:sldMk cId="3819240119" sldId="283"/>
            <ac:picMk id="14" creationId="{B91D6F38-B926-75E4-B867-2117342B7B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1:22.214" v="675"/>
        <pc:sldMkLst>
          <pc:docMk/>
          <pc:sldMk cId="1847463801" sldId="284"/>
        </pc:sldMkLst>
        <pc:spChg chg="mod">
          <ac:chgData name="MARIANA MATIAS MELENGATE" userId="S::mariana.melengate@csn.com.br::2ccf716e-76bf-4a28-9405-3486cc2f2957" providerId="AD" clId="Web-{31C05C7B-4CDF-3E83-698C-AA259D14AAC5}" dt="2024-04-10T17:49:29.618" v="636" actId="20577"/>
          <ac:spMkLst>
            <pc:docMk/>
            <pc:sldMk cId="1847463801" sldId="28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9:33.743" v="638" actId="20577"/>
          <ac:spMkLst>
            <pc:docMk/>
            <pc:sldMk cId="1847463801" sldId="28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0:40.525" v="667" actId="20577"/>
          <ac:spMkLst>
            <pc:docMk/>
            <pc:sldMk cId="1847463801" sldId="28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1:22.214" v="675"/>
          <ac:spMkLst>
            <pc:docMk/>
            <pc:sldMk cId="1847463801" sldId="284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48:55.398" v="615"/>
          <ac:picMkLst>
            <pc:docMk/>
            <pc:sldMk cId="1847463801" sldId="284"/>
            <ac:picMk id="2" creationId="{46FC3492-29C2-3229-1066-1A9E4A71D9F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9:34.416" v="639"/>
          <ac:picMkLst>
            <pc:docMk/>
            <pc:sldMk cId="1847463801" sldId="284"/>
            <ac:picMk id="6" creationId="{F29FD74D-3730-DDCC-18ED-2CC4A18CC14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9:08.477" v="620" actId="1076"/>
          <ac:picMkLst>
            <pc:docMk/>
            <pc:sldMk cId="1847463801" sldId="284"/>
            <ac:picMk id="8" creationId="{74465650-DFD0-D535-F71A-5873EA47999B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9:41.165" v="641" actId="1076"/>
          <ac:picMkLst>
            <pc:docMk/>
            <pc:sldMk cId="1847463801" sldId="284"/>
            <ac:picMk id="9" creationId="{90AF31A1-4C1B-0D64-04AE-EB3137E550AE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0:20.681" v="647" actId="1076"/>
          <ac:picMkLst>
            <pc:docMk/>
            <pc:sldMk cId="1847463801" sldId="284"/>
            <ac:picMk id="11" creationId="{202BD172-8D03-8DDD-31BC-6827195D0D29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0:07.915" v="642"/>
          <ac:picMkLst>
            <pc:docMk/>
            <pc:sldMk cId="1847463801" sldId="284"/>
            <ac:picMk id="12" creationId="{B2E37B97-2877-2D86-FE56-57206268AB2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0:43.744" v="668"/>
          <ac:picMkLst>
            <pc:docMk/>
            <pc:sldMk cId="1847463801" sldId="284"/>
            <ac:picMk id="13" creationId="{345C2CA8-7BFB-740F-7DF1-24BCB402169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0:57.541" v="670" actId="1076"/>
          <ac:picMkLst>
            <pc:docMk/>
            <pc:sldMk cId="1847463801" sldId="284"/>
            <ac:picMk id="14" creationId="{E0BB894D-A80D-5F94-DFC2-327B549E0350}"/>
          </ac:picMkLst>
        </pc:picChg>
        <pc:picChg chg="add del">
          <ac:chgData name="MARIANA MATIAS MELENGATE" userId="S::mariana.melengate@csn.com.br::2ccf716e-76bf-4a28-9405-3486cc2f2957" providerId="AD" clId="Web-{31C05C7B-4CDF-3E83-698C-AA259D14AAC5}" dt="2024-04-10T17:51:13.761" v="673"/>
          <ac:picMkLst>
            <pc:docMk/>
            <pc:sldMk cId="1847463801" sldId="284"/>
            <ac:picMk id="15" creationId="{297817B4-F825-72C2-930F-0D2CF35211E1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3:33.092" v="720" actId="20577"/>
        <pc:sldMkLst>
          <pc:docMk/>
          <pc:sldMk cId="882706476" sldId="285"/>
        </pc:sldMkLst>
        <pc:spChg chg="mod">
          <ac:chgData name="MARIANA MATIAS MELENGATE" userId="S::mariana.melengate@csn.com.br::2ccf716e-76bf-4a28-9405-3486cc2f2957" providerId="AD" clId="Web-{31C05C7B-4CDF-3E83-698C-AA259D14AAC5}" dt="2024-04-10T17:52:06.621" v="691" actId="20577"/>
          <ac:spMkLst>
            <pc:docMk/>
            <pc:sldMk cId="882706476" sldId="28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2:37.887" v="696" actId="20577"/>
          <ac:spMkLst>
            <pc:docMk/>
            <pc:sldMk cId="882706476" sldId="28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3:27.295" v="712" actId="20577"/>
          <ac:spMkLst>
            <pc:docMk/>
            <pc:sldMk cId="882706476" sldId="28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3:33.092" v="720" actId="20577"/>
          <ac:spMkLst>
            <pc:docMk/>
            <pc:sldMk cId="882706476" sldId="285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51:55.746" v="682" actId="1076"/>
          <ac:picMkLst>
            <pc:docMk/>
            <pc:sldMk cId="882706476" sldId="285"/>
            <ac:picMk id="2" creationId="{5B5FC8FA-22B0-A180-9931-7B36EC3F9AF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2:17.262" v="694" actId="1076"/>
          <ac:picMkLst>
            <pc:docMk/>
            <pc:sldMk cId="882706476" sldId="285"/>
            <ac:picMk id="6" creationId="{742D777E-A7D0-8594-679E-06783333E04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1:43.121" v="677"/>
          <ac:picMkLst>
            <pc:docMk/>
            <pc:sldMk cId="882706476" sldId="285"/>
            <ac:picMk id="8" creationId="{74465650-DFD0-D535-F71A-5873EA47999B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2:09.465" v="692"/>
          <ac:picMkLst>
            <pc:docMk/>
            <pc:sldMk cId="882706476" sldId="285"/>
            <ac:picMk id="9" creationId="{90AF31A1-4C1B-0D64-04AE-EB3137E550AE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2:38.762" v="697"/>
          <ac:picMkLst>
            <pc:docMk/>
            <pc:sldMk cId="882706476" sldId="285"/>
            <ac:picMk id="11" creationId="{202BD172-8D03-8DDD-31BC-6827195D0D2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2:48.716" v="700" actId="1076"/>
          <ac:picMkLst>
            <pc:docMk/>
            <pc:sldMk cId="882706476" sldId="285"/>
            <ac:picMk id="12" creationId="{A505135C-EC85-9D89-7A83-45AB911895E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3:09.216" v="708" actId="1076"/>
          <ac:picMkLst>
            <pc:docMk/>
            <pc:sldMk cId="882706476" sldId="285"/>
            <ac:picMk id="13" creationId="{75880218-3C29-D04B-2401-8C405184208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3:05.013" v="706"/>
          <ac:picMkLst>
            <pc:docMk/>
            <pc:sldMk cId="882706476" sldId="285"/>
            <ac:picMk id="14" creationId="{E0BB894D-A80D-5F94-DFC2-327B549E0350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5:54.220" v="765" actId="1076"/>
        <pc:sldMkLst>
          <pc:docMk/>
          <pc:sldMk cId="4244235563" sldId="286"/>
        </pc:sldMkLst>
        <pc:spChg chg="mod">
          <ac:chgData name="MARIANA MATIAS MELENGATE" userId="S::mariana.melengate@csn.com.br::2ccf716e-76bf-4a28-9405-3486cc2f2957" providerId="AD" clId="Web-{31C05C7B-4CDF-3E83-698C-AA259D14AAC5}" dt="2024-04-10T17:54:34.546" v="736" actId="20577"/>
          <ac:spMkLst>
            <pc:docMk/>
            <pc:sldMk cId="4244235563" sldId="286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4:50.124" v="738" actId="20577"/>
          <ac:spMkLst>
            <pc:docMk/>
            <pc:sldMk cId="4244235563" sldId="286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5:36.875" v="760" actId="20577"/>
          <ac:spMkLst>
            <pc:docMk/>
            <pc:sldMk cId="4244235563" sldId="286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5:45.188" v="762" actId="20577"/>
          <ac:spMkLst>
            <pc:docMk/>
            <pc:sldMk cId="4244235563" sldId="286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54:06.233" v="722"/>
          <ac:picMkLst>
            <pc:docMk/>
            <pc:sldMk cId="4244235563" sldId="286"/>
            <ac:picMk id="2" creationId="{5B5FC8FA-22B0-A180-9931-7B36EC3F9AF0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4:51.125" v="739"/>
          <ac:picMkLst>
            <pc:docMk/>
            <pc:sldMk cId="4244235563" sldId="286"/>
            <ac:picMk id="6" creationId="{742D777E-A7D0-8594-679E-06783333E04C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4:19.499" v="727" actId="1076"/>
          <ac:picMkLst>
            <pc:docMk/>
            <pc:sldMk cId="4244235563" sldId="286"/>
            <ac:picMk id="8" creationId="{8B17AAF1-943E-116E-61A0-0332C0FB974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4:57.031" v="741" actId="1076"/>
          <ac:picMkLst>
            <pc:docMk/>
            <pc:sldMk cId="4244235563" sldId="286"/>
            <ac:picMk id="9" creationId="{7E04536F-54AB-C902-CB48-F82C2916D1B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5:15.672" v="745" actId="1076"/>
          <ac:picMkLst>
            <pc:docMk/>
            <pc:sldMk cId="4244235563" sldId="286"/>
            <ac:picMk id="11" creationId="{4E997148-8EE2-9014-C529-8FCE9737670B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5:06.441" v="742"/>
          <ac:picMkLst>
            <pc:docMk/>
            <pc:sldMk cId="4244235563" sldId="286"/>
            <ac:picMk id="12" creationId="{A505135C-EC85-9D89-7A83-45AB911895E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5:46.001" v="763"/>
          <ac:picMkLst>
            <pc:docMk/>
            <pc:sldMk cId="4244235563" sldId="286"/>
            <ac:picMk id="13" creationId="{75880218-3C29-D04B-2401-8C405184208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5:54.220" v="765" actId="1076"/>
          <ac:picMkLst>
            <pc:docMk/>
            <pc:sldMk cId="4244235563" sldId="286"/>
            <ac:picMk id="14" creationId="{1EB3CFE1-887B-A5E7-F84F-35AA69FCD3ED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7:45.831" v="819" actId="1076"/>
        <pc:sldMkLst>
          <pc:docMk/>
          <pc:sldMk cId="1535896005" sldId="287"/>
        </pc:sldMkLst>
        <pc:spChg chg="mod">
          <ac:chgData name="MARIANA MATIAS MELENGATE" userId="S::mariana.melengate@csn.com.br::2ccf716e-76bf-4a28-9405-3486cc2f2957" providerId="AD" clId="Web-{31C05C7B-4CDF-3E83-698C-AA259D14AAC5}" dt="2024-04-10T17:56:43.893" v="794" actId="20577"/>
          <ac:spMkLst>
            <pc:docMk/>
            <pc:sldMk cId="1535896005" sldId="287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6:47.939" v="796" actId="20577"/>
          <ac:spMkLst>
            <pc:docMk/>
            <pc:sldMk cId="1535896005" sldId="287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7:32.628" v="814" actId="20577"/>
          <ac:spMkLst>
            <pc:docMk/>
            <pc:sldMk cId="1535896005" sldId="287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7:37.050" v="816" actId="20577"/>
          <ac:spMkLst>
            <pc:docMk/>
            <pc:sldMk cId="1535896005" sldId="287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56:21.595" v="772" actId="1076"/>
          <ac:picMkLst>
            <pc:docMk/>
            <pc:sldMk cId="1535896005" sldId="287"/>
            <ac:picMk id="2" creationId="{5B3F8F99-4ECE-C9A6-791B-D34AEFF551B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6:54.877" v="799" actId="1076"/>
          <ac:picMkLst>
            <pc:docMk/>
            <pc:sldMk cId="1535896005" sldId="287"/>
            <ac:picMk id="6" creationId="{18C5B8A2-8A75-486A-23B7-C8591AFC477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6:08.704" v="767"/>
          <ac:picMkLst>
            <pc:docMk/>
            <pc:sldMk cId="1535896005" sldId="287"/>
            <ac:picMk id="8" creationId="{8B17AAF1-943E-116E-61A0-0332C0FB974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6:48.737" v="797"/>
          <ac:picMkLst>
            <pc:docMk/>
            <pc:sldMk cId="1535896005" sldId="287"/>
            <ac:picMk id="9" creationId="{7E04536F-54AB-C902-CB48-F82C2916D1B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7:04.409" v="800"/>
          <ac:picMkLst>
            <pc:docMk/>
            <pc:sldMk cId="1535896005" sldId="287"/>
            <ac:picMk id="11" creationId="{4E997148-8EE2-9014-C529-8FCE9737670B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7:13.081" v="803" actId="1076"/>
          <ac:picMkLst>
            <pc:docMk/>
            <pc:sldMk cId="1535896005" sldId="287"/>
            <ac:picMk id="12" creationId="{9041F77A-5204-B88D-40A7-03FC7D5733B8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7:45.831" v="819" actId="1076"/>
          <ac:picMkLst>
            <pc:docMk/>
            <pc:sldMk cId="1535896005" sldId="287"/>
            <ac:picMk id="13" creationId="{A7E336E5-06A6-1C94-6093-63661BD7DFD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7:37.800" v="817"/>
          <ac:picMkLst>
            <pc:docMk/>
            <pc:sldMk cId="1535896005" sldId="287"/>
            <ac:picMk id="14" creationId="{1EB3CFE1-887B-A5E7-F84F-35AA69FCD3ED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8:40.129" v="847" actId="1076"/>
        <pc:sldMkLst>
          <pc:docMk/>
          <pc:sldMk cId="522855251" sldId="288"/>
        </pc:sldMkLst>
        <pc:spChg chg="mod">
          <ac:chgData name="MARIANA MATIAS MELENGATE" userId="S::mariana.melengate@csn.com.br::2ccf716e-76bf-4a28-9405-3486cc2f2957" providerId="AD" clId="Web-{31C05C7B-4CDF-3E83-698C-AA259D14AAC5}" dt="2024-04-10T17:58:21.863" v="842" actId="20577"/>
          <ac:spMkLst>
            <pc:docMk/>
            <pc:sldMk cId="522855251" sldId="288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8:35.473" v="845" actId="20577"/>
          <ac:spMkLst>
            <pc:docMk/>
            <pc:sldMk cId="522855251" sldId="288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58:03.629" v="821"/>
          <ac:picMkLst>
            <pc:docMk/>
            <pc:sldMk cId="522855251" sldId="288"/>
            <ac:picMk id="2" creationId="{5B3F8F99-4ECE-C9A6-791B-D34AEFF551B3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8:24.410" v="843"/>
          <ac:picMkLst>
            <pc:docMk/>
            <pc:sldMk cId="522855251" sldId="288"/>
            <ac:picMk id="6" creationId="{18C5B8A2-8A75-486A-23B7-C8591AFC477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8:11.769" v="824" actId="1076"/>
          <ac:picMkLst>
            <pc:docMk/>
            <pc:sldMk cId="522855251" sldId="288"/>
            <ac:picMk id="8" creationId="{DEBC43A3-D328-734D-895B-98869D1E1467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8:40.129" v="847" actId="1076"/>
          <ac:picMkLst>
            <pc:docMk/>
            <pc:sldMk cId="522855251" sldId="288"/>
            <ac:picMk id="9" creationId="{FDF26D8E-640B-3FC5-DA60-9DECEA7B8241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8BA5E6A2-648D-AAAE-8528-47B063058DEE}"/>
    <pc:docChg chg="modSld">
      <pc:chgData name="MARCELO JARDIM SOARES JUNIOR" userId="S::marcelo.junior.mj1@csn.com.br::e084be25-f1b7-44aa-a097-a73ec2417b13" providerId="AD" clId="Web-{8BA5E6A2-648D-AAAE-8528-47B063058DEE}" dt="2023-11-27T12:00:08.655" v="78" actId="1076"/>
      <pc:docMkLst>
        <pc:docMk/>
      </pc:docMkLst>
      <pc:sldChg chg="addSp delSp modSp">
        <pc:chgData name="MARCELO JARDIM SOARES JUNIOR" userId="S::marcelo.junior.mj1@csn.com.br::e084be25-f1b7-44aa-a097-a73ec2417b13" providerId="AD" clId="Web-{8BA5E6A2-648D-AAAE-8528-47B063058DEE}" dt="2023-11-27T12:00:08.655" v="78" actId="1076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8BA5E6A2-648D-AAAE-8528-47B063058DEE}" dt="2023-11-27T11:59:42.420" v="6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BA5E6A2-648D-AAAE-8528-47B063058DEE}" dt="2023-11-27T11:59:45.889" v="68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BA5E6A2-648D-AAAE-8528-47B063058DEE}" dt="2023-11-27T11:59:53.405" v="72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BA5E6A2-648D-AAAE-8528-47B063058DEE}" dt="2023-11-27T11:59:49.529" v="70" actId="20577"/>
          <ac:spMkLst>
            <pc:docMk/>
            <pc:sldMk cId="0" sldId="256"/>
            <ac:spMk id="193" creationId="{00000000-0000-0000-0000-000000000000}"/>
          </ac:spMkLst>
        </pc:spChg>
        <pc:picChg chg="add del mod">
          <ac:chgData name="MARCELO JARDIM SOARES JUNIOR" userId="S::marcelo.junior.mj1@csn.com.br::e084be25-f1b7-44aa-a097-a73ec2417b13" providerId="AD" clId="Web-{8BA5E6A2-648D-AAAE-8528-47B063058DEE}" dt="2023-11-27T11:59:02.356" v="56"/>
          <ac:picMkLst>
            <pc:docMk/>
            <pc:sldMk cId="0" sldId="256"/>
            <ac:picMk id="2" creationId="{4CB61F7D-B23A-63C9-DA3B-0B290AAADC37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33:30.204" v="4"/>
          <ac:picMkLst>
            <pc:docMk/>
            <pc:sldMk cId="0" sldId="256"/>
            <ac:picMk id="2" creationId="{81859CD2-3B6C-DF23-C56F-611288373A91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33:50.752" v="6"/>
          <ac:picMkLst>
            <pc:docMk/>
            <pc:sldMk cId="0" sldId="256"/>
            <ac:picMk id="4" creationId="{6EA18F9A-7C29-837F-3045-3EA632EAA166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59:04.653" v="58"/>
          <ac:picMkLst>
            <pc:docMk/>
            <pc:sldMk cId="0" sldId="256"/>
            <ac:picMk id="4" creationId="{AF8174E6-85AD-9CEB-95DE-08AF95E1FA77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59:03.622" v="57"/>
          <ac:picMkLst>
            <pc:docMk/>
            <pc:sldMk cId="0" sldId="256"/>
            <ac:picMk id="5" creationId="{D81F3549-2777-F2AE-A14F-203B410437EA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32:34.656" v="0"/>
          <ac:picMkLst>
            <pc:docMk/>
            <pc:sldMk cId="0" sldId="256"/>
            <ac:picMk id="5" creationId="{EE352510-B6BC-D991-C6C8-D6D486F8A30C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1:59:19.888" v="63" actId="1076"/>
          <ac:picMkLst>
            <pc:docMk/>
            <pc:sldMk cId="0" sldId="256"/>
            <ac:picMk id="6" creationId="{B8BB3233-5EE1-70DF-2B4A-F5A6C113DE4A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32:35.516" v="1"/>
          <ac:picMkLst>
            <pc:docMk/>
            <pc:sldMk cId="0" sldId="256"/>
            <ac:picMk id="6" creationId="{EFD6BA2E-31C6-97DF-7DD8-8149E15E1E1A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59:08.638" v="59"/>
          <ac:picMkLst>
            <pc:docMk/>
            <pc:sldMk cId="0" sldId="256"/>
            <ac:picMk id="7" creationId="{596392E3-548D-3850-A36C-9215B06862DC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56:15.509" v="27"/>
          <ac:picMkLst>
            <pc:docMk/>
            <pc:sldMk cId="0" sldId="256"/>
            <ac:picMk id="8" creationId="{DA5A7342-A115-B80A-B041-E848A3F91982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1:59:58.889" v="74" actId="1076"/>
          <ac:picMkLst>
            <pc:docMk/>
            <pc:sldMk cId="0" sldId="256"/>
            <ac:picMk id="9" creationId="{01A4354C-93F3-2AF3-C7A0-23E2A5B52D59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32:37.453" v="2"/>
          <ac:picMkLst>
            <pc:docMk/>
            <pc:sldMk cId="0" sldId="256"/>
            <ac:picMk id="9" creationId="{AD0BD8CF-FC67-1323-DC15-AE5C28FE8A66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2:00:04.123" v="76" actId="1076"/>
          <ac:picMkLst>
            <pc:docMk/>
            <pc:sldMk cId="0" sldId="256"/>
            <ac:picMk id="10" creationId="{756C6D8B-C43C-9DE0-78A0-AB3F363746C0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2:00:08.655" v="78" actId="1076"/>
          <ac:picMkLst>
            <pc:docMk/>
            <pc:sldMk cId="0" sldId="256"/>
            <ac:picMk id="11" creationId="{1FC7D704-4943-93DC-C8D0-5D7F4D11504D}"/>
          </ac:picMkLst>
        </pc:picChg>
      </pc:sldChg>
    </pc:docChg>
  </pc:docChgLst>
  <pc:docChgLst>
    <pc:chgData name="MARIANA MATIAS MELENGATE" userId="S::mariana.melengate@csn.com.br::2ccf716e-76bf-4a28-9405-3486cc2f2957" providerId="AD" clId="Web-{92004D37-5E9B-48CC-4C76-D66029790735}"/>
    <pc:docChg chg="modSld">
      <pc:chgData name="MARIANA MATIAS MELENGATE" userId="S::mariana.melengate@csn.com.br::2ccf716e-76bf-4a28-9405-3486cc2f2957" providerId="AD" clId="Web-{92004D37-5E9B-48CC-4C76-D66029790735}" dt="2023-03-10T11:16:10.415" v="49" actId="1076"/>
      <pc:docMkLst>
        <pc:docMk/>
      </pc:docMkLst>
      <pc:sldChg chg="addSp delSp modSp">
        <pc:chgData name="MARIANA MATIAS MELENGATE" userId="S::mariana.melengate@csn.com.br::2ccf716e-76bf-4a28-9405-3486cc2f2957" providerId="AD" clId="Web-{92004D37-5E9B-48CC-4C76-D66029790735}" dt="2023-03-10T11:16:10.415" v="4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92004D37-5E9B-48CC-4C76-D66029790735}" dt="2023-03-10T11:15:57.587" v="4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92004D37-5E9B-48CC-4C76-D66029790735}" dt="2023-03-10T11:16:01.603" v="46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92004D37-5E9B-48CC-4C76-D66029790735}" dt="2023-03-10T11:14:50.960" v="3" actId="1076"/>
          <ac:picMkLst>
            <pc:docMk/>
            <pc:sldMk cId="0" sldId="256"/>
            <ac:picMk id="2" creationId="{4136CCF6-4BC9-729F-B80A-42FF52E52186}"/>
          </ac:picMkLst>
        </pc:picChg>
        <pc:picChg chg="del">
          <ac:chgData name="MARIANA MATIAS MELENGATE" userId="S::mariana.melengate@csn.com.br::2ccf716e-76bf-4a28-9405-3486cc2f2957" providerId="AD" clId="Web-{92004D37-5E9B-48CC-4C76-D66029790735}" dt="2023-03-10T11:14:42.460" v="0"/>
          <ac:picMkLst>
            <pc:docMk/>
            <pc:sldMk cId="0" sldId="256"/>
            <ac:picMk id="4" creationId="{3EA6ED9E-CE01-0265-D2E2-40C6FBDC6DDD}"/>
          </ac:picMkLst>
        </pc:picChg>
        <pc:picChg chg="del">
          <ac:chgData name="MARIANA MATIAS MELENGATE" userId="S::mariana.melengate@csn.com.br::2ccf716e-76bf-4a28-9405-3486cc2f2957" providerId="AD" clId="Web-{92004D37-5E9B-48CC-4C76-D66029790735}" dt="2023-03-10T11:16:02.087" v="47"/>
          <ac:picMkLst>
            <pc:docMk/>
            <pc:sldMk cId="0" sldId="256"/>
            <ac:picMk id="6" creationId="{01E33EE0-ABD5-E6D8-F54C-CC71AE1EC1CC}"/>
          </ac:picMkLst>
        </pc:picChg>
        <pc:picChg chg="add mod">
          <ac:chgData name="MARIANA MATIAS MELENGATE" userId="S::mariana.melengate@csn.com.br::2ccf716e-76bf-4a28-9405-3486cc2f2957" providerId="AD" clId="Web-{92004D37-5E9B-48CC-4C76-D66029790735}" dt="2023-03-10T11:16:10.415" v="49" actId="1076"/>
          <ac:picMkLst>
            <pc:docMk/>
            <pc:sldMk cId="0" sldId="256"/>
            <ac:picMk id="7" creationId="{181F507D-E967-1C62-44E2-F378B6BB0D90}"/>
          </ac:picMkLst>
        </pc:picChg>
      </pc:sldChg>
    </pc:docChg>
  </pc:docChgLst>
  <pc:docChgLst>
    <pc:chgData name="MARIANA MATIAS MELENGATE" userId="S::mariana.melengate@csn.com.br::2ccf716e-76bf-4a28-9405-3486cc2f2957" providerId="AD" clId="Web-{242EA030-09CD-4279-2CC7-3C7FBFACB8FA}"/>
    <pc:docChg chg="delSld modSld">
      <pc:chgData name="MARIANA MATIAS MELENGATE" userId="S::mariana.melengate@csn.com.br::2ccf716e-76bf-4a28-9405-3486cc2f2957" providerId="AD" clId="Web-{242EA030-09CD-4279-2CC7-3C7FBFACB8FA}" dt="2024-01-02T17:55:13.728" v="58" actId="1076"/>
      <pc:docMkLst>
        <pc:docMk/>
      </pc:docMkLst>
      <pc:sldChg chg="del">
        <pc:chgData name="MARIANA MATIAS MELENGATE" userId="S::mariana.melengate@csn.com.br::2ccf716e-76bf-4a28-9405-3486cc2f2957" providerId="AD" clId="Web-{242EA030-09CD-4279-2CC7-3C7FBFACB8FA}" dt="2024-01-02T17:54:25.383" v="37"/>
        <pc:sldMkLst>
          <pc:docMk/>
          <pc:sldMk cId="0" sldId="256"/>
        </pc:sldMkLst>
      </pc:sldChg>
      <pc:sldChg chg="delSp modSp">
        <pc:chgData name="MARIANA MATIAS MELENGATE" userId="S::mariana.melengate@csn.com.br::2ccf716e-76bf-4a28-9405-3486cc2f2957" providerId="AD" clId="Web-{242EA030-09CD-4279-2CC7-3C7FBFACB8FA}" dt="2024-01-02T17:54:09.273" v="31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242EA030-09CD-4279-2CC7-3C7FBFACB8FA}" dt="2024-01-02T17:53:45.553" v="1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3:57.679" v="21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03.773" v="24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09.273" v="31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IANA MATIAS MELENGATE" userId="S::mariana.melengate@csn.com.br::2ccf716e-76bf-4a28-9405-3486cc2f2957" providerId="AD" clId="Web-{242EA030-09CD-4279-2CC7-3C7FBFACB8FA}" dt="2024-01-02T17:53:03.317" v="0"/>
          <ac:picMkLst>
            <pc:docMk/>
            <pc:sldMk cId="2928551198" sldId="263"/>
            <ac:picMk id="11" creationId="{6E53C930-4EC9-341B-2D7E-E917E209C414}"/>
          </ac:picMkLst>
        </pc:picChg>
      </pc:sldChg>
      <pc:sldChg chg="del">
        <pc:chgData name="MARIANA MATIAS MELENGATE" userId="S::mariana.melengate@csn.com.br::2ccf716e-76bf-4a28-9405-3486cc2f2957" providerId="AD" clId="Web-{242EA030-09CD-4279-2CC7-3C7FBFACB8FA}" dt="2024-01-02T17:54:16.336" v="33"/>
        <pc:sldMkLst>
          <pc:docMk/>
          <pc:sldMk cId="2213709317" sldId="264"/>
        </pc:sldMkLst>
      </pc:sldChg>
      <pc:sldChg chg="del">
        <pc:chgData name="MARIANA MATIAS MELENGATE" userId="S::mariana.melengate@csn.com.br::2ccf716e-76bf-4a28-9405-3486cc2f2957" providerId="AD" clId="Web-{242EA030-09CD-4279-2CC7-3C7FBFACB8FA}" dt="2024-01-02T17:54:19.164" v="34"/>
        <pc:sldMkLst>
          <pc:docMk/>
          <pc:sldMk cId="1071635418" sldId="268"/>
        </pc:sldMkLst>
      </pc:sldChg>
      <pc:sldChg chg="del">
        <pc:chgData name="MARIANA MATIAS MELENGATE" userId="S::mariana.melengate@csn.com.br::2ccf716e-76bf-4a28-9405-3486cc2f2957" providerId="AD" clId="Web-{242EA030-09CD-4279-2CC7-3C7FBFACB8FA}" dt="2024-01-02T17:54:20.461" v="35"/>
        <pc:sldMkLst>
          <pc:docMk/>
          <pc:sldMk cId="411026970" sldId="269"/>
        </pc:sldMkLst>
      </pc:sldChg>
      <pc:sldChg chg="delSp modSp">
        <pc:chgData name="MARIANA MATIAS MELENGATE" userId="S::mariana.melengate@csn.com.br::2ccf716e-76bf-4a28-9405-3486cc2f2957" providerId="AD" clId="Web-{242EA030-09CD-4279-2CC7-3C7FBFACB8FA}" dt="2024-01-02T17:55:13.728" v="58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242EA030-09CD-4279-2CC7-3C7FBFACB8FA}" dt="2024-01-02T17:55:13.728" v="58" actId="1076"/>
          <ac:spMkLst>
            <pc:docMk/>
            <pc:sldMk cId="3855834659" sldId="270"/>
            <ac:spMk id="3" creationId="{B06402E9-1AC2-88DC-4B06-3039508B3309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50.852" v="51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56.478" v="53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5:11.463" v="57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5:06.494" v="55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242EA030-09CD-4279-2CC7-3C7FBFACB8FA}" dt="2024-01-02T17:54:27.492" v="38"/>
          <ac:picMkLst>
            <pc:docMk/>
            <pc:sldMk cId="3855834659" sldId="270"/>
            <ac:picMk id="2" creationId="{7572735B-88FA-5783-5693-285850D7D591}"/>
          </ac:picMkLst>
        </pc:picChg>
        <pc:picChg chg="del">
          <ac:chgData name="MARIANA MATIAS MELENGATE" userId="S::mariana.melengate@csn.com.br::2ccf716e-76bf-4a28-9405-3486cc2f2957" providerId="AD" clId="Web-{242EA030-09CD-4279-2CC7-3C7FBFACB8FA}" dt="2024-01-02T17:54:28.383" v="39"/>
          <ac:picMkLst>
            <pc:docMk/>
            <pc:sldMk cId="3855834659" sldId="270"/>
            <ac:picMk id="6" creationId="{4374EBC2-8D7F-98F2-57C3-3C8FDD2C6F84}"/>
          </ac:picMkLst>
        </pc:picChg>
        <pc:picChg chg="del">
          <ac:chgData name="MARIANA MATIAS MELENGATE" userId="S::mariana.melengate@csn.com.br::2ccf716e-76bf-4a28-9405-3486cc2f2957" providerId="AD" clId="Web-{242EA030-09CD-4279-2CC7-3C7FBFACB8FA}" dt="2024-01-02T17:54:29.445" v="40"/>
          <ac:picMkLst>
            <pc:docMk/>
            <pc:sldMk cId="3855834659" sldId="270"/>
            <ac:picMk id="8" creationId="{8F45D772-4E6B-5068-A4AE-9C3E947F8C0D}"/>
          </ac:picMkLst>
        </pc:picChg>
        <pc:picChg chg="del">
          <ac:chgData name="MARIANA MATIAS MELENGATE" userId="S::mariana.melengate@csn.com.br::2ccf716e-76bf-4a28-9405-3486cc2f2957" providerId="AD" clId="Web-{242EA030-09CD-4279-2CC7-3C7FBFACB8FA}" dt="2024-01-02T17:54:30.508" v="41"/>
          <ac:picMkLst>
            <pc:docMk/>
            <pc:sldMk cId="3855834659" sldId="270"/>
            <ac:picMk id="9" creationId="{941D7687-7EFD-D463-3E40-38660111D27F}"/>
          </ac:picMkLst>
        </pc:picChg>
      </pc:sldChg>
      <pc:sldChg chg="del">
        <pc:chgData name="MARIANA MATIAS MELENGATE" userId="S::mariana.melengate@csn.com.br::2ccf716e-76bf-4a28-9405-3486cc2f2957" providerId="AD" clId="Web-{242EA030-09CD-4279-2CC7-3C7FBFACB8FA}" dt="2024-01-02T17:54:22.164" v="36"/>
        <pc:sldMkLst>
          <pc:docMk/>
          <pc:sldMk cId="3720472455" sldId="271"/>
        </pc:sldMkLst>
      </pc:sldChg>
      <pc:sldChg chg="del">
        <pc:chgData name="MARIANA MATIAS MELENGATE" userId="S::mariana.melengate@csn.com.br::2ccf716e-76bf-4a28-9405-3486cc2f2957" providerId="AD" clId="Web-{242EA030-09CD-4279-2CC7-3C7FBFACB8FA}" dt="2024-01-02T17:54:12.804" v="32"/>
        <pc:sldMkLst>
          <pc:docMk/>
          <pc:sldMk cId="846089076" sldId="272"/>
        </pc:sldMkLst>
      </pc:sldChg>
    </pc:docChg>
  </pc:docChgLst>
  <pc:docChgLst>
    <pc:chgData name="MARIANA MATIAS MELENGATE" userId="S::mariana.melengate@csn.com.br::2ccf716e-76bf-4a28-9405-3486cc2f2957" providerId="AD" clId="Web-{C702525E-11FE-1A98-1A0C-55CBDCE097BF}"/>
    <pc:docChg chg="modSld">
      <pc:chgData name="MARIANA MATIAS MELENGATE" userId="S::mariana.melengate@csn.com.br::2ccf716e-76bf-4a28-9405-3486cc2f2957" providerId="AD" clId="Web-{C702525E-11FE-1A98-1A0C-55CBDCE097BF}" dt="2023-09-22T11:48:10.050" v="26" actId="1076"/>
      <pc:docMkLst>
        <pc:docMk/>
      </pc:docMkLst>
      <pc:sldChg chg="addSp delSp modSp">
        <pc:chgData name="MARIANA MATIAS MELENGATE" userId="S::mariana.melengate@csn.com.br::2ccf716e-76bf-4a28-9405-3486cc2f2957" providerId="AD" clId="Web-{C702525E-11FE-1A98-1A0C-55CBDCE097BF}" dt="2023-09-22T11:48:10.050" v="26" actId="1076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C702525E-11FE-1A98-1A0C-55CBDCE097BF}" dt="2023-09-22T11:47:59.566" v="21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C702525E-11FE-1A98-1A0C-55CBDCE097BF}" dt="2023-09-22T11:48:03.487" v="23" actId="20577"/>
          <ac:spMkLst>
            <pc:docMk/>
            <pc:sldMk cId="4223092705" sldId="264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C702525E-11FE-1A98-1A0C-55CBDCE097BF}" dt="2023-09-22T11:47:40.690" v="3" actId="1076"/>
          <ac:picMkLst>
            <pc:docMk/>
            <pc:sldMk cId="4223092705" sldId="264"/>
            <ac:picMk id="2" creationId="{BAB906ED-006C-AF7A-DF2C-80C0E923A4F2}"/>
          </ac:picMkLst>
        </pc:picChg>
        <pc:picChg chg="add mod">
          <ac:chgData name="MARIANA MATIAS MELENGATE" userId="S::mariana.melengate@csn.com.br::2ccf716e-76bf-4a28-9405-3486cc2f2957" providerId="AD" clId="Web-{C702525E-11FE-1A98-1A0C-55CBDCE097BF}" dt="2023-09-22T11:48:10.050" v="26" actId="1076"/>
          <ac:picMkLst>
            <pc:docMk/>
            <pc:sldMk cId="4223092705" sldId="264"/>
            <ac:picMk id="4" creationId="{9C52C1FF-E6E6-EB61-F3E1-FFEFD6CB00E5}"/>
          </ac:picMkLst>
        </pc:picChg>
        <pc:picChg chg="del">
          <ac:chgData name="MARIANA MATIAS MELENGATE" userId="S::mariana.melengate@csn.com.br::2ccf716e-76bf-4a28-9405-3486cc2f2957" providerId="AD" clId="Web-{C702525E-11FE-1A98-1A0C-55CBDCE097BF}" dt="2023-09-22T11:47:33.596" v="0"/>
          <ac:picMkLst>
            <pc:docMk/>
            <pc:sldMk cId="4223092705" sldId="264"/>
            <ac:picMk id="7" creationId="{30321B5B-FE00-ABEA-4F44-F6D8363D44AB}"/>
          </ac:picMkLst>
        </pc:picChg>
        <pc:picChg chg="del">
          <ac:chgData name="MARIANA MATIAS MELENGATE" userId="S::mariana.melengate@csn.com.br::2ccf716e-76bf-4a28-9405-3486cc2f2957" providerId="AD" clId="Web-{C702525E-11FE-1A98-1A0C-55CBDCE097BF}" dt="2023-09-22T11:48:04.097" v="24"/>
          <ac:picMkLst>
            <pc:docMk/>
            <pc:sldMk cId="4223092705" sldId="264"/>
            <ac:picMk id="8" creationId="{5E483E75-9B12-0C85-5802-7491F5454EA2}"/>
          </ac:picMkLst>
        </pc:picChg>
      </pc:sldChg>
    </pc:docChg>
  </pc:docChgLst>
  <pc:docChgLst>
    <pc:chgData name="MARCELO JARDIM SOARES JUNIOR" userId="S::ccb5914@corp.csn.com.br::bc55f54c-67c1-4def-9c72-6702cba075ba" providerId="AD" clId="Web-{FF68EB0F-D64C-88A9-8A65-228132B78D96}"/>
    <pc:docChg chg="modSld">
      <pc:chgData name="MARCELO JARDIM SOARES JUNIOR" userId="S::ccb5914@corp.csn.com.br::bc55f54c-67c1-4def-9c72-6702cba075ba" providerId="AD" clId="Web-{FF68EB0F-D64C-88A9-8A65-228132B78D96}" dt="2024-08-15T11:00:13.882" v="56" actId="20577"/>
      <pc:docMkLst>
        <pc:docMk/>
      </pc:docMkLst>
      <pc:sldChg chg="addSp delSp modSp">
        <pc:chgData name="MARCELO JARDIM SOARES JUNIOR" userId="S::ccb5914@corp.csn.com.br::bc55f54c-67c1-4def-9c72-6702cba075ba" providerId="AD" clId="Web-{FF68EB0F-D64C-88A9-8A65-228132B78D96}" dt="2024-08-15T11:00:13.882" v="56" actId="20577"/>
        <pc:sldMkLst>
          <pc:docMk/>
          <pc:sldMk cId="3855834659" sldId="270"/>
        </pc:sldMkLst>
        <pc:spChg chg="mod">
          <ac:chgData name="MARCELO JARDIM SOARES JUNIOR" userId="S::ccb5914@corp.csn.com.br::bc55f54c-67c1-4def-9c72-6702cba075ba" providerId="AD" clId="Web-{FF68EB0F-D64C-88A9-8A65-228132B78D96}" dt="2024-08-15T10:49:34.139" v="7" actId="1076"/>
          <ac:spMkLst>
            <pc:docMk/>
            <pc:sldMk cId="3855834659" sldId="270"/>
            <ac:spMk id="8" creationId="{380E78B0-86BB-3E6A-0A33-A52E107119E8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0:58:28.141" v="52" actId="20577"/>
          <ac:spMkLst>
            <pc:docMk/>
            <pc:sldMk cId="3855834659" sldId="270"/>
            <ac:spMk id="12" creationId="{5E8474D0-B312-6118-0DE2-AF2C22E86B1E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0:58:31.954" v="54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1:00:13.882" v="56" actId="20577"/>
          <ac:spMkLst>
            <pc:docMk/>
            <pc:sldMk cId="3855834659" sldId="270"/>
            <ac:spMk id="16" creationId="{DFA2CB68-9611-18E7-4CAD-7CE59C266CD4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0:58:23.812" v="50" actId="20577"/>
          <ac:spMkLst>
            <pc:docMk/>
            <pc:sldMk cId="3855834659" sldId="270"/>
            <ac:spMk id="190" creationId="{A62E69E9-13E5-80B6-732E-5CCB2CE7C6F6}"/>
          </ac:spMkLst>
        </pc:spChg>
        <pc:picChg chg="del">
          <ac:chgData name="MARCELO JARDIM SOARES JUNIOR" userId="S::ccb5914@corp.csn.com.br::bc55f54c-67c1-4def-9c72-6702cba075ba" providerId="AD" clId="Web-{FF68EB0F-D64C-88A9-8A65-228132B78D96}" dt="2024-08-15T10:49:04.746" v="0"/>
          <ac:picMkLst>
            <pc:docMk/>
            <pc:sldMk cId="3855834659" sldId="270"/>
            <ac:picMk id="2" creationId="{1526094F-6577-6B85-35F2-2ABECD26E382}"/>
          </ac:picMkLst>
        </pc:picChg>
        <pc:picChg chg="del">
          <ac:chgData name="MARCELO JARDIM SOARES JUNIOR" userId="S::ccb5914@corp.csn.com.br::bc55f54c-67c1-4def-9c72-6702cba075ba" providerId="AD" clId="Web-{FF68EB0F-D64C-88A9-8A65-228132B78D96}" dt="2024-08-15T10:49:06.606" v="1"/>
          <ac:picMkLst>
            <pc:docMk/>
            <pc:sldMk cId="3855834659" sldId="270"/>
            <ac:picMk id="6" creationId="{F3F677C7-5844-959C-5427-D8153E2CAD20}"/>
          </ac:picMkLst>
        </pc:picChg>
        <pc:picChg chg="del">
          <ac:chgData name="MARCELO JARDIM SOARES JUNIOR" userId="S::ccb5914@corp.csn.com.br::bc55f54c-67c1-4def-9c72-6702cba075ba" providerId="AD" clId="Web-{FF68EB0F-D64C-88A9-8A65-228132B78D96}" dt="2024-08-15T10:49:08.793" v="2"/>
          <ac:picMkLst>
            <pc:docMk/>
            <pc:sldMk cId="3855834659" sldId="270"/>
            <ac:picMk id="9" creationId="{06B001F6-6120-1DE2-6F01-C9A75ABE690D}"/>
          </ac:picMkLst>
        </pc:picChg>
        <pc:picChg chg="del">
          <ac:chgData name="MARCELO JARDIM SOARES JUNIOR" userId="S::ccb5914@corp.csn.com.br::bc55f54c-67c1-4def-9c72-6702cba075ba" providerId="AD" clId="Web-{FF68EB0F-D64C-88A9-8A65-228132B78D96}" dt="2024-08-15T10:49:10.731" v="3"/>
          <ac:picMkLst>
            <pc:docMk/>
            <pc:sldMk cId="3855834659" sldId="270"/>
            <ac:picMk id="11" creationId="{501D4396-DF98-CA5E-9907-43129D572619}"/>
          </ac:picMkLst>
        </pc:picChg>
        <pc:picChg chg="add mod modCrop">
          <ac:chgData name="MARCELO JARDIM SOARES JUNIOR" userId="S::ccb5914@corp.csn.com.br::bc55f54c-67c1-4def-9c72-6702cba075ba" providerId="AD" clId="Web-{FF68EB0F-D64C-88A9-8A65-228132B78D96}" dt="2024-08-15T10:53:25.481" v="23" actId="1076"/>
          <ac:picMkLst>
            <pc:docMk/>
            <pc:sldMk cId="3855834659" sldId="270"/>
            <ac:picMk id="13" creationId="{5A0A3011-8456-67E4-BAE6-115EB1BAF0E5}"/>
          </ac:picMkLst>
        </pc:picChg>
        <pc:picChg chg="add mod">
          <ac:chgData name="MARCELO JARDIM SOARES JUNIOR" userId="S::ccb5914@corp.csn.com.br::bc55f54c-67c1-4def-9c72-6702cba075ba" providerId="AD" clId="Web-{FF68EB0F-D64C-88A9-8A65-228132B78D96}" dt="2024-08-15T10:53:32.779" v="25" actId="1076"/>
          <ac:picMkLst>
            <pc:docMk/>
            <pc:sldMk cId="3855834659" sldId="270"/>
            <ac:picMk id="15" creationId="{1E05D1E0-D45E-70A8-3FC9-61E5AF3B9475}"/>
          </ac:picMkLst>
        </pc:picChg>
        <pc:picChg chg="add mod">
          <ac:chgData name="MARCELO JARDIM SOARES JUNIOR" userId="S::ccb5914@corp.csn.com.br::bc55f54c-67c1-4def-9c72-6702cba075ba" providerId="AD" clId="Web-{FF68EB0F-D64C-88A9-8A65-228132B78D96}" dt="2024-08-15T10:54:05.499" v="33" actId="14100"/>
          <ac:picMkLst>
            <pc:docMk/>
            <pc:sldMk cId="3855834659" sldId="270"/>
            <ac:picMk id="17" creationId="{4889A7D3-7EA9-5C81-CC0B-E97FEBF7A54D}"/>
          </ac:picMkLst>
        </pc:picChg>
        <pc:picChg chg="add mod">
          <ac:chgData name="MARCELO JARDIM SOARES JUNIOR" userId="S::ccb5914@corp.csn.com.br::bc55f54c-67c1-4def-9c72-6702cba075ba" providerId="AD" clId="Web-{FF68EB0F-D64C-88A9-8A65-228132B78D96}" dt="2024-08-15T10:54:01.984" v="32" actId="14100"/>
          <ac:picMkLst>
            <pc:docMk/>
            <pc:sldMk cId="3855834659" sldId="270"/>
            <ac:picMk id="18" creationId="{46AEDA56-2E58-29B4-6140-19BEA7177535}"/>
          </ac:picMkLst>
        </pc:picChg>
      </pc:sldChg>
    </pc:docChg>
  </pc:docChgLst>
  <pc:docChgLst>
    <pc:chgData name="MARIANA MATIAS MELENGATE" userId="S::mariana.melengate@csn.com.br::2ccf716e-76bf-4a28-9405-3486cc2f2957" providerId="AD" clId="Web-{D8D5A681-78E2-3868-94F6-5A40653B26BB}"/>
    <pc:docChg chg="modSld">
      <pc:chgData name="MARIANA MATIAS MELENGATE" userId="S::mariana.melengate@csn.com.br::2ccf716e-76bf-4a28-9405-3486cc2f2957" providerId="AD" clId="Web-{D8D5A681-78E2-3868-94F6-5A40653B26BB}" dt="2023-09-21T12:11:02.345" v="32" actId="1076"/>
      <pc:docMkLst>
        <pc:docMk/>
      </pc:docMkLst>
      <pc:sldChg chg="addSp delSp modSp">
        <pc:chgData name="MARIANA MATIAS MELENGATE" userId="S::mariana.melengate@csn.com.br::2ccf716e-76bf-4a28-9405-3486cc2f2957" providerId="AD" clId="Web-{D8D5A681-78E2-3868-94F6-5A40653B26BB}" dt="2023-09-21T12:11:02.345" v="3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D8D5A681-78E2-3868-94F6-5A40653B26BB}" dt="2023-09-21T12:10:36.563" v="2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8D5A681-78E2-3868-94F6-5A40653B26BB}" dt="2023-09-21T12:10:42.001" v="24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8D5A681-78E2-3868-94F6-5A40653B26BB}" dt="2023-09-21T12:10:44.235" v="26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D8D5A681-78E2-3868-94F6-5A40653B26BB}" dt="2023-09-21T12:09:39.655" v="0"/>
          <ac:picMkLst>
            <pc:docMk/>
            <pc:sldMk cId="0" sldId="256"/>
            <ac:picMk id="2" creationId="{8C40FFD0-89FA-BBAD-5117-E79F8FC59A48}"/>
          </ac:picMkLst>
        </pc:picChg>
        <pc:picChg chg="del">
          <ac:chgData name="MARIANA MATIAS MELENGATE" userId="S::mariana.melengate@csn.com.br::2ccf716e-76bf-4a28-9405-3486cc2f2957" providerId="AD" clId="Web-{D8D5A681-78E2-3868-94F6-5A40653B26BB}" dt="2023-09-21T12:10:48.110" v="28"/>
          <ac:picMkLst>
            <pc:docMk/>
            <pc:sldMk cId="0" sldId="256"/>
            <ac:picMk id="4" creationId="{894A6F85-9C1B-CDB8-1038-682D17D9FA2D}"/>
          </ac:picMkLst>
        </pc:picChg>
        <pc:picChg chg="del">
          <ac:chgData name="MARIANA MATIAS MELENGATE" userId="S::mariana.melengate@csn.com.br::2ccf716e-76bf-4a28-9405-3486cc2f2957" providerId="AD" clId="Web-{D8D5A681-78E2-3868-94F6-5A40653B26BB}" dt="2023-09-21T12:10:53.017" v="30"/>
          <ac:picMkLst>
            <pc:docMk/>
            <pc:sldMk cId="0" sldId="256"/>
            <ac:picMk id="5" creationId="{4392F5FC-26DD-7990-B482-6E86ED1D09A4}"/>
          </ac:picMkLst>
        </pc:picChg>
        <pc:picChg chg="add mod">
          <ac:chgData name="MARIANA MATIAS MELENGATE" userId="S::mariana.melengate@csn.com.br::2ccf716e-76bf-4a28-9405-3486cc2f2957" providerId="AD" clId="Web-{D8D5A681-78E2-3868-94F6-5A40653B26BB}" dt="2023-09-21T12:10:01.015" v="8" actId="1076"/>
          <ac:picMkLst>
            <pc:docMk/>
            <pc:sldMk cId="0" sldId="256"/>
            <ac:picMk id="7" creationId="{5876630D-489D-E5EC-5826-B257C6D85001}"/>
          </ac:picMkLst>
        </pc:picChg>
        <pc:picChg chg="add mod">
          <ac:chgData name="MARIANA MATIAS MELENGATE" userId="S::mariana.melengate@csn.com.br::2ccf716e-76bf-4a28-9405-3486cc2f2957" providerId="AD" clId="Web-{D8D5A681-78E2-3868-94F6-5A40653B26BB}" dt="2023-09-21T12:10:51.360" v="29" actId="1076"/>
          <ac:picMkLst>
            <pc:docMk/>
            <pc:sldMk cId="0" sldId="256"/>
            <ac:picMk id="8" creationId="{248E6EF9-439B-3E08-4040-93D4DA67B061}"/>
          </ac:picMkLst>
        </pc:picChg>
        <pc:picChg chg="add mod">
          <ac:chgData name="MARIANA MATIAS MELENGATE" userId="S::mariana.melengate@csn.com.br::2ccf716e-76bf-4a28-9405-3486cc2f2957" providerId="AD" clId="Web-{D8D5A681-78E2-3868-94F6-5A40653B26BB}" dt="2023-09-21T12:11:02.345" v="32" actId="1076"/>
          <ac:picMkLst>
            <pc:docMk/>
            <pc:sldMk cId="0" sldId="256"/>
            <ac:picMk id="9" creationId="{71D4879F-AAC2-6F5F-700A-25EBAB33A956}"/>
          </ac:picMkLst>
        </pc:picChg>
      </pc:sldChg>
    </pc:docChg>
  </pc:docChgLst>
  <pc:docChgLst>
    <pc:chgData name="MARCELO JARDIM SOARES JUNIOR" userId="S::ccb5914@corp.csn.com.br::bc55f54c-67c1-4def-9c72-6702cba075ba" providerId="AD" clId="Web-{BFB4C2B3-074D-B64E-E51C-4972CCF88E46}"/>
    <pc:docChg chg="addSld delSld modSld">
      <pc:chgData name="MARCELO JARDIM SOARES JUNIOR" userId="S::ccb5914@corp.csn.com.br::bc55f54c-67c1-4def-9c72-6702cba075ba" providerId="AD" clId="Web-{BFB4C2B3-074D-B64E-E51C-4972CCF88E46}" dt="2024-08-22T17:27:52.332" v="15" actId="20577"/>
      <pc:docMkLst>
        <pc:docMk/>
      </pc:docMkLst>
      <pc:sldChg chg="addSp delSp modSp">
        <pc:chgData name="MARCELO JARDIM SOARES JUNIOR" userId="S::ccb5914@corp.csn.com.br::bc55f54c-67c1-4def-9c72-6702cba075ba" providerId="AD" clId="Web-{BFB4C2B3-074D-B64E-E51C-4972CCF88E46}" dt="2024-08-22T17:27:52.332" v="15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BFB4C2B3-074D-B64E-E51C-4972CCF88E46}" dt="2024-08-22T17:27:46.270" v="1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BFB4C2B3-074D-B64E-E51C-4972CCF88E46}" dt="2024-08-22T17:27:52.332" v="15" actId="20577"/>
          <ac:spMkLst>
            <pc:docMk/>
            <pc:sldMk cId="2928551198" sldId="263"/>
            <ac:spMk id="21" creationId="{15EB09F3-7AF2-A505-3872-CACB50B72911}"/>
          </ac:spMkLst>
        </pc:spChg>
        <pc:picChg chg="add mod">
          <ac:chgData name="MARCELO JARDIM SOARES JUNIOR" userId="S::ccb5914@corp.csn.com.br::bc55f54c-67c1-4def-9c72-6702cba075ba" providerId="AD" clId="Web-{BFB4C2B3-074D-B64E-E51C-4972CCF88E46}" dt="2024-08-22T16:38:28.982" v="10" actId="14100"/>
          <ac:picMkLst>
            <pc:docMk/>
            <pc:sldMk cId="2928551198" sldId="263"/>
            <ac:picMk id="5" creationId="{DB8D0742-EDB4-C9EE-975A-4FCB09FA41B7}"/>
          </ac:picMkLst>
        </pc:picChg>
        <pc:picChg chg="del">
          <ac:chgData name="MARCELO JARDIM SOARES JUNIOR" userId="S::ccb5914@corp.csn.com.br::bc55f54c-67c1-4def-9c72-6702cba075ba" providerId="AD" clId="Web-{BFB4C2B3-074D-B64E-E51C-4972CCF88E46}" dt="2024-08-22T16:37:45.574" v="2"/>
          <ac:picMkLst>
            <pc:docMk/>
            <pc:sldMk cId="2928551198" sldId="263"/>
            <ac:picMk id="7" creationId="{99D2CB83-47CA-DDDF-A6F5-0442476B303B}"/>
          </ac:picMkLst>
        </pc:picChg>
        <pc:picChg chg="add mod">
          <ac:chgData name="MARCELO JARDIM SOARES JUNIOR" userId="S::ccb5914@corp.csn.com.br::bc55f54c-67c1-4def-9c72-6702cba075ba" providerId="AD" clId="Web-{BFB4C2B3-074D-B64E-E51C-4972CCF88E46}" dt="2024-08-22T16:38:41.029" v="11" actId="14100"/>
          <ac:picMkLst>
            <pc:docMk/>
            <pc:sldMk cId="2928551198" sldId="263"/>
            <ac:picMk id="10" creationId="{04889C27-8194-EC80-9DF9-4DE170C58874}"/>
          </ac:picMkLst>
        </pc:picChg>
        <pc:picChg chg="del">
          <ac:chgData name="MARCELO JARDIM SOARES JUNIOR" userId="S::ccb5914@corp.csn.com.br::bc55f54c-67c1-4def-9c72-6702cba075ba" providerId="AD" clId="Web-{BFB4C2B3-074D-B64E-E51C-4972CCF88E46}" dt="2024-08-22T16:37:45.574" v="1"/>
          <ac:picMkLst>
            <pc:docMk/>
            <pc:sldMk cId="2928551198" sldId="263"/>
            <ac:picMk id="28" creationId="{1BA4E6D4-055D-C68C-2F24-22AB4577A453}"/>
          </ac:picMkLst>
        </pc:picChg>
      </pc:sldChg>
      <pc:sldChg chg="add">
        <pc:chgData name="MARCELO JARDIM SOARES JUNIOR" userId="S::ccb5914@corp.csn.com.br::bc55f54c-67c1-4def-9c72-6702cba075ba" providerId="AD" clId="Web-{BFB4C2B3-074D-B64E-E51C-4972CCF88E46}" dt="2024-08-22T16:37:34.464" v="0"/>
        <pc:sldMkLst>
          <pc:docMk/>
          <pc:sldMk cId="28514220" sldId="271"/>
        </pc:sldMkLst>
      </pc:sldChg>
      <pc:sldChg chg="add del">
        <pc:chgData name="MARCELO JARDIM SOARES JUNIOR" userId="S::ccb5914@corp.csn.com.br::bc55f54c-67c1-4def-9c72-6702cba075ba" providerId="AD" clId="Web-{BFB4C2B3-074D-B64E-E51C-4972CCF88E46}" dt="2024-08-22T16:37:49.168" v="4"/>
        <pc:sldMkLst>
          <pc:docMk/>
          <pc:sldMk cId="2591536094" sldId="272"/>
        </pc:sldMkLst>
      </pc:sldChg>
    </pc:docChg>
  </pc:docChgLst>
  <pc:docChgLst>
    <pc:chgData name="MARIANA MATIAS MELENGATE" userId="S::mariana.melengate@csn.com.br::2ccf716e-76bf-4a28-9405-3486cc2f2957" providerId="AD" clId="Web-{D1F43836-B09A-B7F1-EEE5-7C6C52792F0E}"/>
    <pc:docChg chg="modSld">
      <pc:chgData name="MARIANA MATIAS MELENGATE" userId="S::mariana.melengate@csn.com.br::2ccf716e-76bf-4a28-9405-3486cc2f2957" providerId="AD" clId="Web-{D1F43836-B09A-B7F1-EEE5-7C6C52792F0E}" dt="2024-05-02T17:20:03.026" v="14"/>
      <pc:docMkLst>
        <pc:docMk/>
      </pc:docMkLst>
      <pc:sldChg chg="delSp modSp">
        <pc:chgData name="MARIANA MATIAS MELENGATE" userId="S::mariana.melengate@csn.com.br::2ccf716e-76bf-4a28-9405-3486cc2f2957" providerId="AD" clId="Web-{D1F43836-B09A-B7F1-EEE5-7C6C52792F0E}" dt="2024-05-02T17:20:03.026" v="14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D1F43836-B09A-B7F1-EEE5-7C6C52792F0E}" dt="2024-05-02T17:19:39.759" v="10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D1F43836-B09A-B7F1-EEE5-7C6C52792F0E}" dt="2024-05-02T17:19:50.197" v="11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D1F43836-B09A-B7F1-EEE5-7C6C52792F0E}" dt="2024-05-02T17:19:56.526" v="12" actId="20577"/>
          <ac:spMkLst>
            <pc:docMk/>
            <pc:sldMk cId="3855834659" sldId="270"/>
            <ac:spMk id="192" creationId="{00D80CF4-540F-4F49-1CA2-7D887E6AB01D}"/>
          </ac:spMkLst>
        </pc:spChg>
        <pc:picChg chg="del">
          <ac:chgData name="MARIANA MATIAS MELENGATE" userId="S::mariana.melengate@csn.com.br::2ccf716e-76bf-4a28-9405-3486cc2f2957" providerId="AD" clId="Web-{D1F43836-B09A-B7F1-EEE5-7C6C52792F0E}" dt="2024-05-02T17:18:59.633" v="0"/>
          <ac:picMkLst>
            <pc:docMk/>
            <pc:sldMk cId="3855834659" sldId="270"/>
            <ac:picMk id="9" creationId="{46FAEDC9-182D-1B4A-DB26-F76A71ACBC2C}"/>
          </ac:picMkLst>
        </pc:picChg>
        <pc:picChg chg="del">
          <ac:chgData name="MARIANA MATIAS MELENGATE" userId="S::mariana.melengate@csn.com.br::2ccf716e-76bf-4a28-9405-3486cc2f2957" providerId="AD" clId="Web-{D1F43836-B09A-B7F1-EEE5-7C6C52792F0E}" dt="2024-05-02T17:19:01.071" v="1"/>
          <ac:picMkLst>
            <pc:docMk/>
            <pc:sldMk cId="3855834659" sldId="270"/>
            <ac:picMk id="11" creationId="{A3634559-017C-FC5C-951C-1328C488CD69}"/>
          </ac:picMkLst>
        </pc:picChg>
        <pc:picChg chg="del">
          <ac:chgData name="MARIANA MATIAS MELENGATE" userId="S::mariana.melengate@csn.com.br::2ccf716e-76bf-4a28-9405-3486cc2f2957" providerId="AD" clId="Web-{D1F43836-B09A-B7F1-EEE5-7C6C52792F0E}" dt="2024-05-02T17:20:02.088" v="13"/>
          <ac:picMkLst>
            <pc:docMk/>
            <pc:sldMk cId="3855834659" sldId="270"/>
            <ac:picMk id="13" creationId="{14F05754-7F86-D571-9BA4-2F5842D8D883}"/>
          </ac:picMkLst>
        </pc:picChg>
        <pc:picChg chg="del">
          <ac:chgData name="MARIANA MATIAS MELENGATE" userId="S::mariana.melengate@csn.com.br::2ccf716e-76bf-4a28-9405-3486cc2f2957" providerId="AD" clId="Web-{D1F43836-B09A-B7F1-EEE5-7C6C52792F0E}" dt="2024-05-02T17:20:03.026" v="14"/>
          <ac:picMkLst>
            <pc:docMk/>
            <pc:sldMk cId="3855834659" sldId="270"/>
            <ac:picMk id="14" creationId="{73AAB321-F42F-411E-5A75-B06A1B044C68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DA237E9F-2E3E-0D0B-A88E-B0943176FC96}"/>
    <pc:docChg chg="modSld">
      <pc:chgData name="MARCELO JARDIM SOARES JUNIOR" userId="S::marcelo.junior.mj1@csn.com.br::bc55f54c-67c1-4def-9c72-6702cba075ba" providerId="AD" clId="Web-{DA237E9F-2E3E-0D0B-A88E-B0943176FC96}" dt="2024-09-10T11:07:32.701" v="33" actId="1076"/>
      <pc:docMkLst>
        <pc:docMk/>
      </pc:docMkLst>
      <pc:sldChg chg="addSp delSp modSp">
        <pc:chgData name="MARCELO JARDIM SOARES JUNIOR" userId="S::marcelo.junior.mj1@csn.com.br::bc55f54c-67c1-4def-9c72-6702cba075ba" providerId="AD" clId="Web-{DA237E9F-2E3E-0D0B-A88E-B0943176FC96}" dt="2024-09-10T11:07:32.701" v="33" actId="1076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DA237E9F-2E3E-0D0B-A88E-B0943176FC96}" dt="2024-09-10T11:04:20.806" v="11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DA237E9F-2E3E-0D0B-A88E-B0943176FC96}" dt="2024-09-10T11:04:23.931" v="13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DA237E9F-2E3E-0D0B-A88E-B0943176FC96}" dt="2024-09-10T11:04:32.697" v="17" actId="20577"/>
          <ac:spMkLst>
            <pc:docMk/>
            <pc:sldMk cId="28514220" sldId="271"/>
            <ac:spMk id="192" creationId="{5656B279-F07B-324C-9616-1101D2C419A2}"/>
          </ac:spMkLst>
        </pc:spChg>
        <pc:spChg chg="mod">
          <ac:chgData name="MARCELO JARDIM SOARES JUNIOR" userId="S::marcelo.junior.mj1@csn.com.br::bc55f54c-67c1-4def-9c72-6702cba075ba" providerId="AD" clId="Web-{DA237E9F-2E3E-0D0B-A88E-B0943176FC96}" dt="2024-09-10T11:04:29.181" v="15" actId="20577"/>
          <ac:spMkLst>
            <pc:docMk/>
            <pc:sldMk cId="28514220" sldId="271"/>
            <ac:spMk id="193" creationId="{7258E0E0-AA15-FDF9-2C3C-791E43A5CC90}"/>
          </ac:spMkLst>
        </pc:spChg>
        <pc:picChg chg="del">
          <ac:chgData name="MARCELO JARDIM SOARES JUNIOR" userId="S::marcelo.junior.mj1@csn.com.br::bc55f54c-67c1-4def-9c72-6702cba075ba" providerId="AD" clId="Web-{DA237E9F-2E3E-0D0B-A88E-B0943176FC96}" dt="2024-09-10T11:04:34.931" v="18"/>
          <ac:picMkLst>
            <pc:docMk/>
            <pc:sldMk cId="28514220" sldId="271"/>
            <ac:picMk id="2" creationId="{DF867050-EDA2-E026-F98B-A1B20F93BC55}"/>
          </ac:picMkLst>
        </pc:picChg>
        <pc:picChg chg="del">
          <ac:chgData name="MARCELO JARDIM SOARES JUNIOR" userId="S::marcelo.junior.mj1@csn.com.br::bc55f54c-67c1-4def-9c72-6702cba075ba" providerId="AD" clId="Web-{DA237E9F-2E3E-0D0B-A88E-B0943176FC96}" dt="2024-09-10T11:04:35.853" v="19"/>
          <ac:picMkLst>
            <pc:docMk/>
            <pc:sldMk cId="28514220" sldId="271"/>
            <ac:picMk id="6" creationId="{FBB3CD6F-6E17-B06C-C6CC-4E1DA60212E3}"/>
          </ac:picMkLst>
        </pc:picChg>
        <pc:picChg chg="add mod modCrop">
          <ac:chgData name="MARCELO JARDIM SOARES JUNIOR" userId="S::marcelo.junior.mj1@csn.com.br::bc55f54c-67c1-4def-9c72-6702cba075ba" providerId="AD" clId="Web-{DA237E9F-2E3E-0D0B-A88E-B0943176FC96}" dt="2024-09-10T11:07:00.341" v="24"/>
          <ac:picMkLst>
            <pc:docMk/>
            <pc:sldMk cId="28514220" sldId="271"/>
            <ac:picMk id="8" creationId="{9FF7DFE2-CA51-4C24-662B-E2C29A3EDFCC}"/>
          </ac:picMkLst>
        </pc:picChg>
        <pc:picChg chg="add mod">
          <ac:chgData name="MARCELO JARDIM SOARES JUNIOR" userId="S::marcelo.junior.mj1@csn.com.br::bc55f54c-67c1-4def-9c72-6702cba075ba" providerId="AD" clId="Web-{DA237E9F-2E3E-0D0B-A88E-B0943176FC96}" dt="2024-09-10T11:07:11.638" v="26" actId="1076"/>
          <ac:picMkLst>
            <pc:docMk/>
            <pc:sldMk cId="28514220" sldId="271"/>
            <ac:picMk id="9" creationId="{86BA686A-5730-F7E4-CE13-43C46477707C}"/>
          </ac:picMkLst>
        </pc:picChg>
        <pc:picChg chg="add mod">
          <ac:chgData name="MARCELO JARDIM SOARES JUNIOR" userId="S::marcelo.junior.mj1@csn.com.br::bc55f54c-67c1-4def-9c72-6702cba075ba" providerId="AD" clId="Web-{DA237E9F-2E3E-0D0B-A88E-B0943176FC96}" dt="2024-09-10T11:07:32.701" v="33" actId="1076"/>
          <ac:picMkLst>
            <pc:docMk/>
            <pc:sldMk cId="28514220" sldId="271"/>
            <ac:picMk id="11" creationId="{2C5A01F5-8D46-241E-EC80-3EF4CD1F6CBB}"/>
          </ac:picMkLst>
        </pc:picChg>
        <pc:picChg chg="add mod">
          <ac:chgData name="MARCELO JARDIM SOARES JUNIOR" userId="S::marcelo.junior.mj1@csn.com.br::bc55f54c-67c1-4def-9c72-6702cba075ba" providerId="AD" clId="Web-{DA237E9F-2E3E-0D0B-A88E-B0943176FC96}" dt="2024-09-10T11:07:27.576" v="32" actId="1076"/>
          <ac:picMkLst>
            <pc:docMk/>
            <pc:sldMk cId="28514220" sldId="271"/>
            <ac:picMk id="12" creationId="{8F1D8681-C5DB-F74F-E33F-D4328280EBF5}"/>
          </ac:picMkLst>
        </pc:picChg>
      </pc:sldChg>
    </pc:docChg>
  </pc:docChgLst>
  <pc:docChgLst>
    <pc:chgData name="MARIANA MATIAS MELENGATE" userId="S::mariana.melengate@csn.com.br::2ccf716e-76bf-4a28-9405-3486cc2f2957" providerId="AD" clId="Web-{869058BE-2386-1DAF-80B9-5B3582014493}"/>
    <pc:docChg chg="modSld">
      <pc:chgData name="MARIANA MATIAS MELENGATE" userId="S::mariana.melengate@csn.com.br::2ccf716e-76bf-4a28-9405-3486cc2f2957" providerId="AD" clId="Web-{869058BE-2386-1DAF-80B9-5B3582014493}" dt="2023-06-22T11:18:52.394" v="16" actId="20577"/>
      <pc:docMkLst>
        <pc:docMk/>
      </pc:docMkLst>
      <pc:sldChg chg="addSp delSp modSp">
        <pc:chgData name="MARIANA MATIAS MELENGATE" userId="S::mariana.melengate@csn.com.br::2ccf716e-76bf-4a28-9405-3486cc2f2957" providerId="AD" clId="Web-{869058BE-2386-1DAF-80B9-5B3582014493}" dt="2023-06-22T11:18:52.394" v="16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869058BE-2386-1DAF-80B9-5B3582014493}" dt="2023-06-22T11:18:23.283" v="1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69058BE-2386-1DAF-80B9-5B3582014493}" dt="2023-06-22T11:18:52.394" v="16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69058BE-2386-1DAF-80B9-5B3582014493}" dt="2023-06-22T11:17:52.720" v="0"/>
          <ac:picMkLst>
            <pc:docMk/>
            <pc:sldMk cId="0" sldId="256"/>
            <ac:picMk id="2" creationId="{86B6778F-E7C4-C718-CA98-AF35F8509474}"/>
          </ac:picMkLst>
        </pc:picChg>
        <pc:picChg chg="add mod">
          <ac:chgData name="MARIANA MATIAS MELENGATE" userId="S::mariana.melengate@csn.com.br::2ccf716e-76bf-4a28-9405-3486cc2f2957" providerId="AD" clId="Web-{869058BE-2386-1DAF-80B9-5B3582014493}" dt="2023-06-22T11:18:01.392" v="3" actId="1076"/>
          <ac:picMkLst>
            <pc:docMk/>
            <pc:sldMk cId="0" sldId="256"/>
            <ac:picMk id="4" creationId="{1E42CBA7-DBEC-0729-C464-BD139BA613CE}"/>
          </ac:picMkLst>
        </pc:picChg>
        <pc:picChg chg="del">
          <ac:chgData name="MARIANA MATIAS MELENGATE" userId="S::mariana.melengate@csn.com.br::2ccf716e-76bf-4a28-9405-3486cc2f2957" providerId="AD" clId="Web-{869058BE-2386-1DAF-80B9-5B3582014493}" dt="2023-06-22T11:18:25.268" v="11"/>
          <ac:picMkLst>
            <pc:docMk/>
            <pc:sldMk cId="0" sldId="256"/>
            <ac:picMk id="5" creationId="{1C7F4A19-22B3-90C2-211F-95DD41966314}"/>
          </ac:picMkLst>
        </pc:picChg>
        <pc:picChg chg="add mod">
          <ac:chgData name="MARIANA MATIAS MELENGATE" userId="S::mariana.melengate@csn.com.br::2ccf716e-76bf-4a28-9405-3486cc2f2957" providerId="AD" clId="Web-{869058BE-2386-1DAF-80B9-5B3582014493}" dt="2023-06-22T11:18:34.862" v="14" actId="1076"/>
          <ac:picMkLst>
            <pc:docMk/>
            <pc:sldMk cId="0" sldId="256"/>
            <ac:picMk id="6" creationId="{4D8F6792-A2D1-32D1-A293-F6FB8BF6156F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8A6C4A7D-298E-59B9-9A1D-CB67EE6880B7}"/>
    <pc:docChg chg="modSld">
      <pc:chgData name="MARCELO JARDIM SOARES JUNIOR" userId="S::marcelo.junior.mj1@csn.com.br::e084be25-f1b7-44aa-a097-a73ec2417b13" providerId="AD" clId="Web-{8A6C4A7D-298E-59B9-9A1D-CB67EE6880B7}" dt="2023-12-15T10:43:32.445" v="60" actId="14100"/>
      <pc:docMkLst>
        <pc:docMk/>
      </pc:docMkLst>
      <pc:sldChg chg="addSp delSp modSp">
        <pc:chgData name="MARCELO JARDIM SOARES JUNIOR" userId="S::marcelo.junior.mj1@csn.com.br::e084be25-f1b7-44aa-a097-a73ec2417b13" providerId="AD" clId="Web-{8A6C4A7D-298E-59B9-9A1D-CB67EE6880B7}" dt="2023-12-15T10:43:19.038" v="5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8A6C4A7D-298E-59B9-9A1D-CB67EE6880B7}" dt="2023-12-15T10:40:39.219" v="4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A6C4A7D-298E-59B9-9A1D-CB67EE6880B7}" dt="2023-12-15T10:40:43.329" v="4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A6C4A7D-298E-59B9-9A1D-CB67EE6880B7}" dt="2023-12-15T10:40:48.470" v="44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CELO JARDIM SOARES JUNIOR" userId="S::marcelo.junior.mj1@csn.com.br::e084be25-f1b7-44aa-a097-a73ec2417b13" providerId="AD" clId="Web-{8A6C4A7D-298E-59B9-9A1D-CB67EE6880B7}" dt="2023-12-15T10:35:09.910" v="0"/>
          <ac:picMkLst>
            <pc:docMk/>
            <pc:sldMk cId="0" sldId="256"/>
            <ac:picMk id="2" creationId="{5D2CF8EA-38AC-9DAE-A9A8-532A17804165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38:03.214" v="9" actId="1076"/>
          <ac:picMkLst>
            <pc:docMk/>
            <pc:sldMk cId="0" sldId="256"/>
            <ac:picMk id="4" creationId="{D89D4E74-A0EB-8146-C490-6C75C9A4D074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38:13.198" v="11" actId="1076"/>
          <ac:picMkLst>
            <pc:docMk/>
            <pc:sldMk cId="0" sldId="256"/>
            <ac:picMk id="5" creationId="{A10BAA45-7560-12DA-FC81-6A5251E6F0C3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35:12.051" v="1"/>
          <ac:picMkLst>
            <pc:docMk/>
            <pc:sldMk cId="0" sldId="256"/>
            <ac:picMk id="6" creationId="{2F6C157D-0405-4039-0AE8-FDDDDD9887CD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38:20.574" v="13" actId="1076"/>
          <ac:picMkLst>
            <pc:docMk/>
            <pc:sldMk cId="0" sldId="256"/>
            <ac:picMk id="7" creationId="{4A806E1F-FBAF-89F9-B6E6-F2AA78CD930D}"/>
          </ac:picMkLst>
        </pc:picChg>
        <pc:picChg chg="add del">
          <ac:chgData name="MARCELO JARDIM SOARES JUNIOR" userId="S::marcelo.junior.mj1@csn.com.br::e084be25-f1b7-44aa-a097-a73ec2417b13" providerId="AD" clId="Web-{8A6C4A7D-298E-59B9-9A1D-CB67EE6880B7}" dt="2023-12-15T10:43:19.038" v="57"/>
          <ac:picMkLst>
            <pc:docMk/>
            <pc:sldMk cId="0" sldId="256"/>
            <ac:picMk id="9" creationId="{3850ECF1-72BF-66D7-CE62-A686BF71850A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35:14.457" v="2"/>
          <ac:picMkLst>
            <pc:docMk/>
            <pc:sldMk cId="0" sldId="256"/>
            <ac:picMk id="10" creationId="{756C6D8B-C43C-9DE0-78A0-AB3F363746C0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35:16.457" v="3"/>
          <ac:picMkLst>
            <pc:docMk/>
            <pc:sldMk cId="0" sldId="256"/>
            <ac:picMk id="11" creationId="{1FC7D704-4943-93DC-C8D0-5D7F4D11504D}"/>
          </ac:picMkLst>
        </pc:picChg>
      </pc:sldChg>
      <pc:sldChg chg="addSp delSp modSp">
        <pc:chgData name="MARCELO JARDIM SOARES JUNIOR" userId="S::marcelo.junior.mj1@csn.com.br::e084be25-f1b7-44aa-a097-a73ec2417b13" providerId="AD" clId="Web-{8A6C4A7D-298E-59B9-9A1D-CB67EE6880B7}" dt="2023-12-15T10:43:32.445" v="60" actId="14100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8A6C4A7D-298E-59B9-9A1D-CB67EE6880B7}" dt="2023-12-15T10:43:05.912" v="55" actId="20577"/>
          <ac:spMkLst>
            <pc:docMk/>
            <pc:sldMk cId="2928551198" sldId="263"/>
            <ac:spMk id="15" creationId="{21E6F226-6D45-0CC4-A1D1-6D8A2CB4CF08}"/>
          </ac:spMkLst>
        </pc:spChg>
        <pc:picChg chg="del">
          <ac:chgData name="MARCELO JARDIM SOARES JUNIOR" userId="S::marcelo.junior.mj1@csn.com.br::e084be25-f1b7-44aa-a097-a73ec2417b13" providerId="AD" clId="Web-{8A6C4A7D-298E-59B9-9A1D-CB67EE6880B7}" dt="2023-12-15T10:40:53.392" v="45"/>
          <ac:picMkLst>
            <pc:docMk/>
            <pc:sldMk cId="2928551198" sldId="263"/>
            <ac:picMk id="3" creationId="{2A41902B-3A2F-7E2F-070B-FE07C0E859DA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40:58.783" v="47"/>
          <ac:picMkLst>
            <pc:docMk/>
            <pc:sldMk cId="2928551198" sldId="263"/>
            <ac:picMk id="5" creationId="{9F1F04D1-7575-2B3D-46AD-72BDF710A3A2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40:55.579" v="46"/>
          <ac:picMkLst>
            <pc:docMk/>
            <pc:sldMk cId="2928551198" sldId="263"/>
            <ac:picMk id="6" creationId="{9D9315CA-1EF6-B518-F4F3-BEC340573280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41:01.470" v="48"/>
          <ac:picMkLst>
            <pc:docMk/>
            <pc:sldMk cId="2928551198" sldId="263"/>
            <ac:picMk id="7" creationId="{7FAF2A2D-08DA-805C-583D-5BF87740F67A}"/>
          </ac:picMkLst>
        </pc:picChg>
        <pc:picChg chg="add del">
          <ac:chgData name="MARCELO JARDIM SOARES JUNIOR" userId="S::marcelo.junior.mj1@csn.com.br::e084be25-f1b7-44aa-a097-a73ec2417b13" providerId="AD" clId="Web-{8A6C4A7D-298E-59B9-9A1D-CB67EE6880B7}" dt="2023-12-15T10:41:08.033" v="52"/>
          <ac:picMkLst>
            <pc:docMk/>
            <pc:sldMk cId="2928551198" sldId="263"/>
            <ac:picMk id="8" creationId="{F27AB7C2-BA0F-7846-E81F-4670E09A0399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43:32.445" v="60" actId="14100"/>
          <ac:picMkLst>
            <pc:docMk/>
            <pc:sldMk cId="2928551198" sldId="263"/>
            <ac:picMk id="11" creationId="{6E53C930-4EC9-341B-2D7E-E917E209C414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19A3772B-54E2-D9C7-C971-B161EFB2E101}"/>
    <pc:docChg chg="modSld">
      <pc:chgData name="MARCELO JARDIM SOARES JUNIOR" userId="S::marcelo.junior.mj1@csn.com.br::e084be25-f1b7-44aa-a097-a73ec2417b13" providerId="AD" clId="Web-{19A3772B-54E2-D9C7-C971-B161EFB2E101}" dt="2023-09-18T12:13:12.903" v="34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19A3772B-54E2-D9C7-C971-B161EFB2E101}" dt="2023-09-18T12:13:12.903" v="34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19A3772B-54E2-D9C7-C971-B161EFB2E101}" dt="2023-09-18T12:13:12.903" v="34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CELO JARDIM SOARES JUNIOR" userId="S::marcelo.junior.mj1@csn.com.br::e084be25-f1b7-44aa-a097-a73ec2417b13" providerId="AD" clId="Web-{19A3772B-54E2-D9C7-C971-B161EFB2E101}" dt="2023-09-18T12:11:59.167" v="0"/>
          <ac:picMkLst>
            <pc:docMk/>
            <pc:sldMk cId="0" sldId="256"/>
            <ac:picMk id="4" creationId="{89B26F92-4524-D8D8-8053-1676A642AA12}"/>
          </ac:picMkLst>
        </pc:picChg>
        <pc:picChg chg="del">
          <ac:chgData name="MARCELO JARDIM SOARES JUNIOR" userId="S::marcelo.junior.mj1@csn.com.br::e084be25-f1b7-44aa-a097-a73ec2417b13" providerId="AD" clId="Web-{19A3772B-54E2-D9C7-C971-B161EFB2E101}" dt="2023-09-18T12:12:02.652" v="1"/>
          <ac:picMkLst>
            <pc:docMk/>
            <pc:sldMk cId="0" sldId="256"/>
            <ac:picMk id="5" creationId="{A7DEFD74-4B99-0139-1CE3-F4D36C0D737E}"/>
          </ac:picMkLst>
        </pc:picChg>
        <pc:picChg chg="del">
          <ac:chgData name="MARCELO JARDIM SOARES JUNIOR" userId="S::marcelo.junior.mj1@csn.com.br::e084be25-f1b7-44aa-a097-a73ec2417b13" providerId="AD" clId="Web-{19A3772B-54E2-D9C7-C971-B161EFB2E101}" dt="2023-09-18T12:12:02.777" v="2"/>
          <ac:picMkLst>
            <pc:docMk/>
            <pc:sldMk cId="0" sldId="256"/>
            <ac:picMk id="6" creationId="{53A31AEC-92F3-0578-6940-3B0313850D79}"/>
          </ac:picMkLst>
        </pc:picChg>
        <pc:picChg chg="add mod">
          <ac:chgData name="MARCELO JARDIM SOARES JUNIOR" userId="S::marcelo.junior.mj1@csn.com.br::e084be25-f1b7-44aa-a097-a73ec2417b13" providerId="AD" clId="Web-{19A3772B-54E2-D9C7-C971-B161EFB2E101}" dt="2023-09-18T12:12:32.559" v="10" actId="1076"/>
          <ac:picMkLst>
            <pc:docMk/>
            <pc:sldMk cId="0" sldId="256"/>
            <ac:picMk id="9" creationId="{35C8ACCD-3DA1-7F43-63AC-31353D3952C1}"/>
          </ac:picMkLst>
        </pc:picChg>
      </pc:sldChg>
    </pc:docChg>
  </pc:docChgLst>
  <pc:docChgLst>
    <pc:chgData name="MARIANA MATIAS MELENGATE" userId="S::mariana.melengate@csn.com.br::2ccf716e-76bf-4a28-9405-3486cc2f2957" providerId="AD" clId="Web-{65913109-DF5B-3BFC-AE7A-6749811ED548}"/>
    <pc:docChg chg="modSld">
      <pc:chgData name="MARIANA MATIAS MELENGATE" userId="S::mariana.melengate@csn.com.br::2ccf716e-76bf-4a28-9405-3486cc2f2957" providerId="AD" clId="Web-{65913109-DF5B-3BFC-AE7A-6749811ED548}" dt="2023-06-05T16:30:19.651" v="49" actId="1076"/>
      <pc:docMkLst>
        <pc:docMk/>
      </pc:docMkLst>
      <pc:sldChg chg="addSp delSp modSp">
        <pc:chgData name="MARIANA MATIAS MELENGATE" userId="S::mariana.melengate@csn.com.br::2ccf716e-76bf-4a28-9405-3486cc2f2957" providerId="AD" clId="Web-{65913109-DF5B-3BFC-AE7A-6749811ED548}" dt="2023-06-05T16:30:19.651" v="4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65913109-DF5B-3BFC-AE7A-6749811ED548}" dt="2023-06-05T16:27:49.147" v="2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5913109-DF5B-3BFC-AE7A-6749811ED548}" dt="2023-06-05T16:27:53.679" v="2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5913109-DF5B-3BFC-AE7A-6749811ED548}" dt="2023-06-05T16:28:42.305" v="29" actId="20577"/>
          <ac:spMkLst>
            <pc:docMk/>
            <pc:sldMk cId="0" sldId="256"/>
            <ac:spMk id="192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65913109-DF5B-3BFC-AE7A-6749811ED548}" dt="2023-06-05T16:29:14.727" v="39" actId="1076"/>
          <ac:picMkLst>
            <pc:docMk/>
            <pc:sldMk cId="0" sldId="256"/>
            <ac:picMk id="2" creationId="{C727DCDA-C9BE-58D8-2B52-62F231D23EE4}"/>
          </ac:picMkLst>
        </pc:picChg>
        <pc:picChg chg="add mod">
          <ac:chgData name="MARIANA MATIAS MELENGATE" userId="S::mariana.melengate@csn.com.br::2ccf716e-76bf-4a28-9405-3486cc2f2957" providerId="AD" clId="Web-{65913109-DF5B-3BFC-AE7A-6749811ED548}" dt="2023-06-05T16:30:04.150" v="43" actId="14100"/>
          <ac:picMkLst>
            <pc:docMk/>
            <pc:sldMk cId="0" sldId="256"/>
            <ac:picMk id="4" creationId="{F00DFACA-AD9C-3697-8CD3-F2476DAFE62E}"/>
          </ac:picMkLst>
        </pc:picChg>
        <pc:picChg chg="add mod">
          <ac:chgData name="MARIANA MATIAS MELENGATE" userId="S::mariana.melengate@csn.com.br::2ccf716e-76bf-4a28-9405-3486cc2f2957" providerId="AD" clId="Web-{65913109-DF5B-3BFC-AE7A-6749811ED548}" dt="2023-06-05T16:30:19.651" v="49" actId="1076"/>
          <ac:picMkLst>
            <pc:docMk/>
            <pc:sldMk cId="0" sldId="256"/>
            <ac:picMk id="5" creationId="{8DDF2856-CE1E-B8DC-E007-BC73B245ACB4}"/>
          </ac:picMkLst>
        </pc:picChg>
        <pc:picChg chg="del">
          <ac:chgData name="MARIANA MATIAS MELENGATE" userId="S::mariana.melengate@csn.com.br::2ccf716e-76bf-4a28-9405-3486cc2f2957" providerId="AD" clId="Web-{65913109-DF5B-3BFC-AE7A-6749811ED548}" dt="2023-06-05T16:28:43.180" v="30"/>
          <ac:picMkLst>
            <pc:docMk/>
            <pc:sldMk cId="0" sldId="256"/>
            <ac:picMk id="8" creationId="{06C05707-E524-C321-F79C-742D97E6B025}"/>
          </ac:picMkLst>
        </pc:picChg>
        <pc:picChg chg="del">
          <ac:chgData name="MARIANA MATIAS MELENGATE" userId="S::mariana.melengate@csn.com.br::2ccf716e-76bf-4a28-9405-3486cc2f2957" providerId="AD" clId="Web-{65913109-DF5B-3BFC-AE7A-6749811ED548}" dt="2023-06-05T16:29:05.493" v="38"/>
          <ac:picMkLst>
            <pc:docMk/>
            <pc:sldMk cId="0" sldId="256"/>
            <ac:picMk id="9" creationId="{D351A0D7-1189-EE7B-5261-F4F127C0E5E6}"/>
          </ac:picMkLst>
        </pc:picChg>
        <pc:picChg chg="del">
          <ac:chgData name="MARIANA MATIAS MELENGATE" userId="S::mariana.melengate@csn.com.br::2ccf716e-76bf-4a28-9405-3486cc2f2957" providerId="AD" clId="Web-{65913109-DF5B-3BFC-AE7A-6749811ED548}" dt="2023-06-05T16:30:05.166" v="44"/>
          <ac:picMkLst>
            <pc:docMk/>
            <pc:sldMk cId="0" sldId="256"/>
            <ac:picMk id="11" creationId="{F35798B5-CF44-D90B-0136-A09B7000AF31}"/>
          </ac:picMkLst>
        </pc:picChg>
      </pc:sldChg>
    </pc:docChg>
  </pc:docChgLst>
  <pc:docChgLst>
    <pc:chgData name="MARIANA MATIAS MELENGATE" userId="S::mariana.melengate@csn.com.br::2ccf716e-76bf-4a28-9405-3486cc2f2957" providerId="AD" clId="Web-{7FD204C3-2F02-3953-7959-24606D1EB53A}"/>
    <pc:docChg chg="modSld">
      <pc:chgData name="MARIANA MATIAS MELENGATE" userId="S::mariana.melengate@csn.com.br::2ccf716e-76bf-4a28-9405-3486cc2f2957" providerId="AD" clId="Web-{7FD204C3-2F02-3953-7959-24606D1EB53A}" dt="2023-11-22T16:12:34.961" v="38" actId="1076"/>
      <pc:docMkLst>
        <pc:docMk/>
      </pc:docMkLst>
      <pc:sldChg chg="addSp delSp modSp">
        <pc:chgData name="MARIANA MATIAS MELENGATE" userId="S::mariana.melengate@csn.com.br::2ccf716e-76bf-4a28-9405-3486cc2f2957" providerId="AD" clId="Web-{7FD204C3-2F02-3953-7959-24606D1EB53A}" dt="2023-11-22T16:12:34.961" v="38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7FD204C3-2F02-3953-7959-24606D1EB53A}" dt="2023-11-22T16:12:00.928" v="2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FD204C3-2F02-3953-7959-24606D1EB53A}" dt="2023-11-22T16:12:12.069" v="30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FD204C3-2F02-3953-7959-24606D1EB53A}" dt="2023-11-22T16:12:18.335" v="32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7FD204C3-2F02-3953-7959-24606D1EB53A}" dt="2023-11-22T16:10:40.535" v="0"/>
          <ac:picMkLst>
            <pc:docMk/>
            <pc:sldMk cId="0" sldId="256"/>
            <ac:picMk id="2" creationId="{34DEBD96-4AB6-AC59-FE9B-73AF5A94FC34}"/>
          </ac:picMkLst>
        </pc:picChg>
        <pc:picChg chg="del">
          <ac:chgData name="MARIANA MATIAS MELENGATE" userId="S::mariana.melengate@csn.com.br::2ccf716e-76bf-4a28-9405-3486cc2f2957" providerId="AD" clId="Web-{7FD204C3-2F02-3953-7959-24606D1EB53A}" dt="2023-11-22T16:12:19.241" v="33"/>
          <ac:picMkLst>
            <pc:docMk/>
            <pc:sldMk cId="0" sldId="256"/>
            <ac:picMk id="4" creationId="{2358B8A4-8BEB-7D55-8A7D-31F0D104D6F6}"/>
          </ac:picMkLst>
        </pc:picChg>
        <pc:picChg chg="add mod">
          <ac:chgData name="MARIANA MATIAS MELENGATE" userId="S::mariana.melengate@csn.com.br::2ccf716e-76bf-4a28-9405-3486cc2f2957" providerId="AD" clId="Web-{7FD204C3-2F02-3953-7959-24606D1EB53A}" dt="2023-11-22T16:11:07.427" v="6" actId="1076"/>
          <ac:picMkLst>
            <pc:docMk/>
            <pc:sldMk cId="0" sldId="256"/>
            <ac:picMk id="5" creationId="{EE352510-B6BC-D991-C6C8-D6D486F8A30C}"/>
          </ac:picMkLst>
        </pc:picChg>
        <pc:picChg chg="add mod">
          <ac:chgData name="MARIANA MATIAS MELENGATE" userId="S::mariana.melengate@csn.com.br::2ccf716e-76bf-4a28-9405-3486cc2f2957" providerId="AD" clId="Web-{7FD204C3-2F02-3953-7959-24606D1EB53A}" dt="2023-11-22T16:12:27.788" v="36" actId="1076"/>
          <ac:picMkLst>
            <pc:docMk/>
            <pc:sldMk cId="0" sldId="256"/>
            <ac:picMk id="6" creationId="{EFD6BA2E-31C6-97DF-7DD8-8149E15E1E1A}"/>
          </ac:picMkLst>
        </pc:picChg>
        <pc:picChg chg="del">
          <ac:chgData name="MARIANA MATIAS MELENGATE" userId="S::mariana.melengate@csn.com.br::2ccf716e-76bf-4a28-9405-3486cc2f2957" providerId="AD" clId="Web-{7FD204C3-2F02-3953-7959-24606D1EB53A}" dt="2023-11-22T16:12:20.226" v="34"/>
          <ac:picMkLst>
            <pc:docMk/>
            <pc:sldMk cId="0" sldId="256"/>
            <ac:picMk id="7" creationId="{FC79E019-BC9C-DF79-DDAF-3FC0AC892860}"/>
          </ac:picMkLst>
        </pc:picChg>
        <pc:picChg chg="add mod">
          <ac:chgData name="MARIANA MATIAS MELENGATE" userId="S::mariana.melengate@csn.com.br::2ccf716e-76bf-4a28-9405-3486cc2f2957" providerId="AD" clId="Web-{7FD204C3-2F02-3953-7959-24606D1EB53A}" dt="2023-11-22T16:12:34.961" v="38" actId="1076"/>
          <ac:picMkLst>
            <pc:docMk/>
            <pc:sldMk cId="0" sldId="256"/>
            <ac:picMk id="9" creationId="{AD0BD8CF-FC67-1323-DC15-AE5C28FE8A66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0B3E8A9B-4260-6D59-19BD-090D1CB3CCEE}"/>
    <pc:docChg chg="modSld">
      <pc:chgData name="MARCELO JARDIM SOARES JUNIOR" userId="S::marcelo.junior.mj1@csn.com.br::e084be25-f1b7-44aa-a097-a73ec2417b13" providerId="AD" clId="Web-{0B3E8A9B-4260-6D59-19BD-090D1CB3CCEE}" dt="2023-06-19T11:51:31.973" v="60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0B3E8A9B-4260-6D59-19BD-090D1CB3CCEE}" dt="2023-06-19T11:51:31.973" v="60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0B3E8A9B-4260-6D59-19BD-090D1CB3CCEE}" dt="2023-06-19T11:50:00.674" v="30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0B3E8A9B-4260-6D59-19BD-090D1CB3CCEE}" dt="2023-06-19T11:51:19.254" v="56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0B3E8A9B-4260-6D59-19BD-090D1CB3CCEE}" dt="2023-06-19T11:51:26.144" v="58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0B3E8A9B-4260-6D59-19BD-090D1CB3CCEE}" dt="2023-06-19T11:51:31.973" v="60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MARCELO JARDIM SOARES JUNIOR" userId="S::marcelo.junior.mj1@csn.com.br::e084be25-f1b7-44aa-a097-a73ec2417b13" providerId="AD" clId="Web-{0B3E8A9B-4260-6D59-19BD-090D1CB3CCEE}" dt="2023-06-19T11:50:20.362" v="33" actId="1076"/>
          <ac:picMkLst>
            <pc:docMk/>
            <pc:sldMk cId="2928551198" sldId="263"/>
            <ac:picMk id="2" creationId="{B0D06F8E-69D5-D38F-F44C-F47C9798F789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28.079" v="0"/>
          <ac:picMkLst>
            <pc:docMk/>
            <pc:sldMk cId="2928551198" sldId="263"/>
            <ac:picMk id="3" creationId="{66F140EE-2349-2D2D-CFA9-FE0704AD1D51}"/>
          </ac:picMkLst>
        </pc:picChg>
        <pc:picChg chg="add mod">
          <ac:chgData name="MARCELO JARDIM SOARES JUNIOR" userId="S::marcelo.junior.mj1@csn.com.br::e084be25-f1b7-44aa-a097-a73ec2417b13" providerId="AD" clId="Web-{0B3E8A9B-4260-6D59-19BD-090D1CB3CCEE}" dt="2023-06-19T11:50:34.378" v="40" actId="1076"/>
          <ac:picMkLst>
            <pc:docMk/>
            <pc:sldMk cId="2928551198" sldId="263"/>
            <ac:picMk id="5" creationId="{A6D3D53B-6919-1609-BC26-561FED0A43DA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36.407" v="1"/>
          <ac:picMkLst>
            <pc:docMk/>
            <pc:sldMk cId="2928551198" sldId="263"/>
            <ac:picMk id="6" creationId="{80406906-3D47-2A55-B174-1535547C12A1}"/>
          </ac:picMkLst>
        </pc:picChg>
        <pc:picChg chg="add mod">
          <ac:chgData name="MARCELO JARDIM SOARES JUNIOR" userId="S::marcelo.junior.mj1@csn.com.br::e084be25-f1b7-44aa-a097-a73ec2417b13" providerId="AD" clId="Web-{0B3E8A9B-4260-6D59-19BD-090D1CB3CCEE}" dt="2023-06-19T11:50:32.456" v="39" actId="1076"/>
          <ac:picMkLst>
            <pc:docMk/>
            <pc:sldMk cId="2928551198" sldId="263"/>
            <ac:picMk id="7" creationId="{D0394DCA-9ADE-3C91-939B-34776B67FFAE}"/>
          </ac:picMkLst>
        </pc:picChg>
        <pc:picChg chg="add mod">
          <ac:chgData name="MARCELO JARDIM SOARES JUNIOR" userId="S::marcelo.junior.mj1@csn.com.br::e084be25-f1b7-44aa-a097-a73ec2417b13" providerId="AD" clId="Web-{0B3E8A9B-4260-6D59-19BD-090D1CB3CCEE}" dt="2023-06-19T11:50:28.299" v="37" actId="1076"/>
          <ac:picMkLst>
            <pc:docMk/>
            <pc:sldMk cId="2928551198" sldId="263"/>
            <ac:picMk id="8" creationId="{871E99EF-3452-DB02-9F66-D71AEA172357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38.736" v="3"/>
          <ac:picMkLst>
            <pc:docMk/>
            <pc:sldMk cId="2928551198" sldId="263"/>
            <ac:picMk id="10" creationId="{79358C04-6A0C-EF80-E053-0903859FA2D0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37.267" v="2"/>
          <ac:picMkLst>
            <pc:docMk/>
            <pc:sldMk cId="2928551198" sldId="263"/>
            <ac:picMk id="11" creationId="{635AAFD4-0679-D96E-DE87-F0B1C7061620}"/>
          </ac:picMkLst>
        </pc:picChg>
      </pc:sldChg>
    </pc:docChg>
  </pc:docChgLst>
  <pc:docChgLst>
    <pc:chgData name="MARIANA MATIAS MELENGATE" userId="S::mariana.melengate@csn.com.br::2ccf716e-76bf-4a28-9405-3486cc2f2957" providerId="AD" clId="Web-{47BB86DD-B1FD-3D42-9F87-8A8C0EF4757C}"/>
    <pc:docChg chg="modSld">
      <pc:chgData name="MARIANA MATIAS MELENGATE" userId="S::mariana.melengate@csn.com.br::2ccf716e-76bf-4a28-9405-3486cc2f2957" providerId="AD" clId="Web-{47BB86DD-B1FD-3D42-9F87-8A8C0EF4757C}" dt="2023-04-04T12:02:01.832" v="2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47BB86DD-B1FD-3D42-9F87-8A8C0EF4757C}" dt="2023-04-04T12:02:01.832" v="25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47BB86DD-B1FD-3D42-9F87-8A8C0EF4757C}" dt="2023-04-04T12:01:48.269" v="2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47BB86DD-B1FD-3D42-9F87-8A8C0EF4757C}" dt="2023-04-04T12:02:01.832" v="25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47BB86DD-B1FD-3D42-9F87-8A8C0EF4757C}" dt="2023-04-04T11:59:09" v="0"/>
          <ac:picMkLst>
            <pc:docMk/>
            <pc:sldMk cId="0" sldId="256"/>
            <ac:picMk id="2" creationId="{380613D5-96C5-9EBA-0E87-D4235349C1B3}"/>
          </ac:picMkLst>
        </pc:picChg>
        <pc:picChg chg="del">
          <ac:chgData name="MARIANA MATIAS MELENGATE" userId="S::mariana.melengate@csn.com.br::2ccf716e-76bf-4a28-9405-3486cc2f2957" providerId="AD" clId="Web-{47BB86DD-B1FD-3D42-9F87-8A8C0EF4757C}" dt="2023-04-04T12:01:01.721" v="4"/>
          <ac:picMkLst>
            <pc:docMk/>
            <pc:sldMk cId="0" sldId="256"/>
            <ac:picMk id="4" creationId="{4E5156A6-FFBD-8608-B400-5F803E923FD5}"/>
          </ac:picMkLst>
        </pc:picChg>
        <pc:picChg chg="add mod">
          <ac:chgData name="MARIANA MATIAS MELENGATE" userId="S::mariana.melengate@csn.com.br::2ccf716e-76bf-4a28-9405-3486cc2f2957" providerId="AD" clId="Web-{47BB86DD-B1FD-3D42-9F87-8A8C0EF4757C}" dt="2023-04-04T12:00:59.815" v="3" actId="1076"/>
          <ac:picMkLst>
            <pc:docMk/>
            <pc:sldMk cId="0" sldId="256"/>
            <ac:picMk id="5" creationId="{3CD92F23-A3B1-53DB-257B-C62698BF11C5}"/>
          </ac:picMkLst>
        </pc:picChg>
        <pc:picChg chg="add mod">
          <ac:chgData name="MARIANA MATIAS MELENGATE" userId="S::mariana.melengate@csn.com.br::2ccf716e-76bf-4a28-9405-3486cc2f2957" providerId="AD" clId="Web-{47BB86DD-B1FD-3D42-9F87-8A8C0EF4757C}" dt="2023-04-04T12:01:08.753" v="6" actId="1076"/>
          <ac:picMkLst>
            <pc:docMk/>
            <pc:sldMk cId="0" sldId="256"/>
            <ac:picMk id="6" creationId="{D3C2C648-F545-B129-4E82-175069D76EA3}"/>
          </ac:picMkLst>
        </pc:picChg>
      </pc:sldChg>
    </pc:docChg>
  </pc:docChgLst>
  <pc:docChgLst>
    <pc:chgData name="MARIANA MATIAS MELENGATE" userId="S::mariana.melengate@csn.com.br::2ccf716e-76bf-4a28-9405-3486cc2f2957" providerId="AD" clId="Web-{2250D0F2-C77A-86C0-F5E9-64191805A661}"/>
    <pc:docChg chg="modSld">
      <pc:chgData name="MARIANA MATIAS MELENGATE" userId="S::mariana.melengate@csn.com.br::2ccf716e-76bf-4a28-9405-3486cc2f2957" providerId="AD" clId="Web-{2250D0F2-C77A-86C0-F5E9-64191805A661}" dt="2023-09-29T18:08:50.049" v="2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2250D0F2-C77A-86C0-F5E9-64191805A661}" dt="2023-09-29T18:08:50.049" v="27" actId="20577"/>
        <pc:sldMkLst>
          <pc:docMk/>
          <pc:sldMk cId="639601480" sldId="271"/>
        </pc:sldMkLst>
        <pc:spChg chg="mod">
          <ac:chgData name="MARIANA MATIAS MELENGATE" userId="S::mariana.melengate@csn.com.br::2ccf716e-76bf-4a28-9405-3486cc2f2957" providerId="AD" clId="Web-{2250D0F2-C77A-86C0-F5E9-64191805A661}" dt="2023-09-29T18:08:42.096" v="25" actId="20577"/>
          <ac:spMkLst>
            <pc:docMk/>
            <pc:sldMk cId="639601480" sldId="271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250D0F2-C77A-86C0-F5E9-64191805A661}" dt="2023-09-29T18:08:50.049" v="27" actId="20577"/>
          <ac:spMkLst>
            <pc:docMk/>
            <pc:sldMk cId="639601480" sldId="271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250D0F2-C77A-86C0-F5E9-64191805A661}" dt="2023-09-29T18:07:52.250" v="0"/>
          <ac:picMkLst>
            <pc:docMk/>
            <pc:sldMk cId="639601480" sldId="271"/>
            <ac:picMk id="2" creationId="{AEE5511D-06BC-1A6B-DFFF-125E5550B25E}"/>
          </ac:picMkLst>
        </pc:picChg>
        <pc:picChg chg="del">
          <ac:chgData name="MARIANA MATIAS MELENGATE" userId="S::mariana.melengate@csn.com.br::2ccf716e-76bf-4a28-9405-3486cc2f2957" providerId="AD" clId="Web-{2250D0F2-C77A-86C0-F5E9-64191805A661}" dt="2023-09-29T18:08:08.298" v="6"/>
          <ac:picMkLst>
            <pc:docMk/>
            <pc:sldMk cId="639601480" sldId="271"/>
            <ac:picMk id="4" creationId="{96C4674D-EE34-8693-C503-CEBA9DBC70C3}"/>
          </ac:picMkLst>
        </pc:picChg>
        <pc:picChg chg="add mod">
          <ac:chgData name="MARIANA MATIAS MELENGATE" userId="S::mariana.melengate@csn.com.br::2ccf716e-76bf-4a28-9405-3486cc2f2957" providerId="AD" clId="Web-{2250D0F2-C77A-86C0-F5E9-64191805A661}" dt="2023-09-29T18:08:06.282" v="5" actId="1076"/>
          <ac:picMkLst>
            <pc:docMk/>
            <pc:sldMk cId="639601480" sldId="271"/>
            <ac:picMk id="5" creationId="{E14D5AED-8C99-2216-20EE-885DAF6D4BEE}"/>
          </ac:picMkLst>
        </pc:picChg>
        <pc:picChg chg="add mod">
          <ac:chgData name="MARIANA MATIAS MELENGATE" userId="S::mariana.melengate@csn.com.br::2ccf716e-76bf-4a28-9405-3486cc2f2957" providerId="AD" clId="Web-{2250D0F2-C77A-86C0-F5E9-64191805A661}" dt="2023-09-29T18:08:16.236" v="8" actId="1076"/>
          <ac:picMkLst>
            <pc:docMk/>
            <pc:sldMk cId="639601480" sldId="271"/>
            <ac:picMk id="6" creationId="{D9A364AF-9450-748D-6B25-CFC3104A59CD}"/>
          </ac:picMkLst>
        </pc:picChg>
      </pc:sldChg>
    </pc:docChg>
  </pc:docChgLst>
  <pc:docChgLst>
    <pc:chgData name="MARIANA MATIAS MELENGATE" userId="S::mariana.melengate@csn.com.br::2ccf716e-76bf-4a28-9405-3486cc2f2957" providerId="AD" clId="Web-{E3539540-2123-6E18-EAEF-4B002CC2B3B1}"/>
    <pc:docChg chg="modSld">
      <pc:chgData name="MARIANA MATIAS MELENGATE" userId="S::mariana.melengate@csn.com.br::2ccf716e-76bf-4a28-9405-3486cc2f2957" providerId="AD" clId="Web-{E3539540-2123-6E18-EAEF-4B002CC2B3B1}" dt="2023-03-13T16:27:59.966" v="10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3539540-2123-6E18-EAEF-4B002CC2B3B1}" dt="2023-03-13T16:26:29.823" v="84" actId="14100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E3539540-2123-6E18-EAEF-4B002CC2B3B1}" dt="2023-03-13T16:25:14.930" v="5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5:18.541" v="5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5:23.259" v="59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6:26.604" v="83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E3539540-2123-6E18-EAEF-4B002CC2B3B1}" dt="2023-03-13T16:23:52.334" v="5" actId="1076"/>
          <ac:picMkLst>
            <pc:docMk/>
            <pc:sldMk cId="0" sldId="256"/>
            <ac:picMk id="2" creationId="{189DC453-91C7-2BAC-D1DD-A7B7AAC5842C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4:38.945" v="12" actId="1076"/>
          <ac:picMkLst>
            <pc:docMk/>
            <pc:sldMk cId="0" sldId="256"/>
            <ac:picMk id="4" creationId="{721C9C84-3224-A66D-8E0D-77D9389CB0AF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4:35.867" v="11"/>
          <ac:picMkLst>
            <pc:docMk/>
            <pc:sldMk cId="0" sldId="256"/>
            <ac:picMk id="5" creationId="{C8D92E9F-EEE9-1A0C-C573-73EBAA3B1AEF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3:42.396" v="0"/>
          <ac:picMkLst>
            <pc:docMk/>
            <pc:sldMk cId="0" sldId="256"/>
            <ac:picMk id="6" creationId="{EF1035D7-2633-5B09-1AAE-F1DA3B2B4E97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4:31.835" v="9" actId="1076"/>
          <ac:picMkLst>
            <pc:docMk/>
            <pc:sldMk cId="0" sldId="256"/>
            <ac:picMk id="7" creationId="{50312051-DEC6-6B37-F88D-64F7FC91DD64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4:29.241" v="8"/>
          <ac:picMkLst>
            <pc:docMk/>
            <pc:sldMk cId="0" sldId="256"/>
            <ac:picMk id="8" creationId="{CC3B7A4F-FC61-1428-1182-E3A44EA8E7AB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6:29.823" v="84" actId="14100"/>
          <ac:picMkLst>
            <pc:docMk/>
            <pc:sldMk cId="0" sldId="256"/>
            <ac:picMk id="9" creationId="{A8334DF8-FBEE-52FE-96E0-CE0E4DBEE2B5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5:23.524" v="60"/>
          <ac:picMkLst>
            <pc:docMk/>
            <pc:sldMk cId="0" sldId="256"/>
            <ac:picMk id="10" creationId="{FC5D8DF5-0DBF-C3CD-64BD-67ABA0D9979A}"/>
          </ac:picMkLst>
        </pc:picChg>
      </pc:sldChg>
      <pc:sldChg chg="addSp delSp modSp">
        <pc:chgData name="MARIANA MATIAS MELENGATE" userId="S::mariana.melengate@csn.com.br::2ccf716e-76bf-4a28-9405-3486cc2f2957" providerId="AD" clId="Web-{E3539540-2123-6E18-EAEF-4B002CC2B3B1}" dt="2023-03-13T16:27:59.966" v="109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E3539540-2123-6E18-EAEF-4B002CC2B3B1}" dt="2023-03-13T16:27:17.340" v="107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7:59.966" v="109" actId="20577"/>
          <ac:spMkLst>
            <pc:docMk/>
            <pc:sldMk cId="4269806723" sldId="258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E3539540-2123-6E18-EAEF-4B002CC2B3B1}" dt="2023-03-13T16:26:49.464" v="88" actId="1076"/>
          <ac:picMkLst>
            <pc:docMk/>
            <pc:sldMk cId="4269806723" sldId="258"/>
            <ac:picMk id="5" creationId="{05490357-7F7D-4AB4-AF6B-9D4DD0B1FB8A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6:34.698" v="85"/>
          <ac:picMkLst>
            <pc:docMk/>
            <pc:sldMk cId="4269806723" sldId="258"/>
            <ac:picMk id="6" creationId="{75651EE1-5DFE-B046-ED60-215D7842C0AC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6:55.402" v="90" actId="1076"/>
          <ac:picMkLst>
            <pc:docMk/>
            <pc:sldMk cId="4269806723" sldId="258"/>
            <ac:picMk id="7" creationId="{D0E7BD2E-9220-A0F8-1B8C-30984A872C11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6:37.386" v="86"/>
          <ac:picMkLst>
            <pc:docMk/>
            <pc:sldMk cId="4269806723" sldId="258"/>
            <ac:picMk id="12" creationId="{81E0715A-F01B-D20B-1E76-D2D5AF359B93}"/>
          </ac:picMkLst>
        </pc:picChg>
      </pc:sldChg>
    </pc:docChg>
  </pc:docChgLst>
  <pc:docChgLst>
    <pc:chgData name="MARIANA MATIAS MELENGATE" userId="S::mariana.melengate@csn.com.br::2ccf716e-76bf-4a28-9405-3486cc2f2957" providerId="AD" clId="Web-{E27AA7C4-F8BA-9F5D-0BAA-56BAD7FC88DB}"/>
    <pc:docChg chg="modSld">
      <pc:chgData name="MARIANA MATIAS MELENGATE" userId="S::mariana.melengate@csn.com.br::2ccf716e-76bf-4a28-9405-3486cc2f2957" providerId="AD" clId="Web-{E27AA7C4-F8BA-9F5D-0BAA-56BAD7FC88DB}" dt="2024-02-07T11:45:00.010" v="1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27AA7C4-F8BA-9F5D-0BAA-56BAD7FC88DB}" dt="2024-02-07T11:45:00.010" v="18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E27AA7C4-F8BA-9F5D-0BAA-56BAD7FC88DB}" dt="2024-02-07T11:44:51.354" v="16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E27AA7C4-F8BA-9F5D-0BAA-56BAD7FC88DB}" dt="2024-02-07T11:45:00.010" v="18" actId="20577"/>
          <ac:spMkLst>
            <pc:docMk/>
            <pc:sldMk cId="3855834659" sldId="270"/>
            <ac:spMk id="191" creationId="{B395115E-5DEF-840E-F5CE-DB94A33EE366}"/>
          </ac:spMkLst>
        </pc:spChg>
        <pc:picChg chg="add mod">
          <ac:chgData name="MARIANA MATIAS MELENGATE" userId="S::mariana.melengate@csn.com.br::2ccf716e-76bf-4a28-9405-3486cc2f2957" providerId="AD" clId="Web-{E27AA7C4-F8BA-9F5D-0BAA-56BAD7FC88DB}" dt="2024-02-07T11:44:18.322" v="3" actId="1076"/>
          <ac:picMkLst>
            <pc:docMk/>
            <pc:sldMk cId="3855834659" sldId="270"/>
            <ac:picMk id="2" creationId="{3C1F0C76-A74E-A9C0-E290-0FF462360AA4}"/>
          </ac:picMkLst>
        </pc:picChg>
        <pc:picChg chg="add mod">
          <ac:chgData name="MARIANA MATIAS MELENGATE" userId="S::mariana.melengate@csn.com.br::2ccf716e-76bf-4a28-9405-3486cc2f2957" providerId="AD" clId="Web-{E27AA7C4-F8BA-9F5D-0BAA-56BAD7FC88DB}" dt="2024-02-07T11:44:29.338" v="6" actId="1076"/>
          <ac:picMkLst>
            <pc:docMk/>
            <pc:sldMk cId="3855834659" sldId="270"/>
            <ac:picMk id="6" creationId="{AC52A086-C235-1A23-911D-7FDDC8820E1F}"/>
          </ac:picMkLst>
        </pc:picChg>
        <pc:picChg chg="del">
          <ac:chgData name="MARIANA MATIAS MELENGATE" userId="S::mariana.melengate@csn.com.br::2ccf716e-76bf-4a28-9405-3486cc2f2957" providerId="AD" clId="Web-{E27AA7C4-F8BA-9F5D-0BAA-56BAD7FC88DB}" dt="2024-02-07T11:44:09.744" v="0"/>
          <ac:picMkLst>
            <pc:docMk/>
            <pc:sldMk cId="3855834659" sldId="270"/>
            <ac:picMk id="8" creationId="{63F5EE4C-CC0F-ACFF-786E-EA667572AC50}"/>
          </ac:picMkLst>
        </pc:picChg>
        <pc:picChg chg="del">
          <ac:chgData name="MARIANA MATIAS MELENGATE" userId="S::mariana.melengate@csn.com.br::2ccf716e-76bf-4a28-9405-3486cc2f2957" providerId="AD" clId="Web-{E27AA7C4-F8BA-9F5D-0BAA-56BAD7FC88DB}" dt="2024-02-07T11:44:20.213" v="4"/>
          <ac:picMkLst>
            <pc:docMk/>
            <pc:sldMk cId="3855834659" sldId="270"/>
            <ac:picMk id="9" creationId="{2B32016A-ADAE-1B61-54E1-F6068D9F176B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5EE2F5D1-4EB6-8989-EEF8-0A3754F3D7AD}"/>
    <pc:docChg chg="modSld">
      <pc:chgData name="MARCELO JARDIM SOARES JUNIOR" userId="S::marcelo.junior.mj1@csn.com.br::e084be25-f1b7-44aa-a097-a73ec2417b13" providerId="AD" clId="Web-{5EE2F5D1-4EB6-8989-EEF8-0A3754F3D7AD}" dt="2023-06-23T18:20:55.936" v="1"/>
      <pc:docMkLst>
        <pc:docMk/>
      </pc:docMkLst>
      <pc:sldChg chg="addSp delSp">
        <pc:chgData name="MARCELO JARDIM SOARES JUNIOR" userId="S::marcelo.junior.mj1@csn.com.br::e084be25-f1b7-44aa-a097-a73ec2417b13" providerId="AD" clId="Web-{5EE2F5D1-4EB6-8989-EEF8-0A3754F3D7AD}" dt="2023-06-23T18:20:55.936" v="1"/>
        <pc:sldMkLst>
          <pc:docMk/>
          <pc:sldMk cId="2928551198" sldId="263"/>
        </pc:sldMkLst>
        <pc:picChg chg="add del">
          <ac:chgData name="MARCELO JARDIM SOARES JUNIOR" userId="S::marcelo.junior.mj1@csn.com.br::e084be25-f1b7-44aa-a097-a73ec2417b13" providerId="AD" clId="Web-{5EE2F5D1-4EB6-8989-EEF8-0A3754F3D7AD}" dt="2023-06-23T18:20:55.936" v="1"/>
          <ac:picMkLst>
            <pc:docMk/>
            <pc:sldMk cId="2928551198" sldId="263"/>
            <ac:picMk id="2" creationId="{B0D06F8E-69D5-D38F-F44C-F47C9798F7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776160EF-FEDB-1C82-F3DB-CDE4E4F4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a1ad765f8_4_0:notes">
            <a:extLst>
              <a:ext uri="{FF2B5EF4-FFF2-40B4-BE49-F238E27FC236}">
                <a16:creationId xmlns:a16="http://schemas.microsoft.com/office/drawing/2014/main" id="{DD36CB07-745B-9748-2D29-1FA0B4DEF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g11a1ad765f8_4_0:notes">
            <a:extLst>
              <a:ext uri="{FF2B5EF4-FFF2-40B4-BE49-F238E27FC236}">
                <a16:creationId xmlns:a16="http://schemas.microsoft.com/office/drawing/2014/main" id="{436FC86B-BE8E-CE3E-4B5C-000CF419E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330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62DA5910-5372-5F3E-070C-D19CF5EA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g11a1ad765f8_4_0">
            <a:extLst>
              <a:ext uri="{FF2B5EF4-FFF2-40B4-BE49-F238E27FC236}">
                <a16:creationId xmlns:a16="http://schemas.microsoft.com/office/drawing/2014/main" id="{0B95055C-8C42-FAD6-9A5C-E3A892DA92D0}"/>
              </a:ext>
            </a:extLst>
          </p:cNvPr>
          <p:cNvGrpSpPr/>
          <p:nvPr/>
        </p:nvGrpSpPr>
        <p:grpSpPr>
          <a:xfrm>
            <a:off x="216617" y="127635"/>
            <a:ext cx="4151866" cy="3293373"/>
            <a:chOff x="184429" y="169199"/>
            <a:chExt cx="4461015" cy="3678103"/>
          </a:xfrm>
        </p:grpSpPr>
        <p:grpSp>
          <p:nvGrpSpPr>
            <p:cNvPr id="83" name="Google Shape;83;g11a1ad765f8_4_0">
              <a:extLst>
                <a:ext uri="{FF2B5EF4-FFF2-40B4-BE49-F238E27FC236}">
                  <a16:creationId xmlns:a16="http://schemas.microsoft.com/office/drawing/2014/main" id="{74E5E2D8-1184-4809-E534-DA1369B2CECB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84" name="Google Shape;84;g11a1ad765f8_4_0">
                <a:extLst>
                  <a:ext uri="{FF2B5EF4-FFF2-40B4-BE49-F238E27FC236}">
                    <a16:creationId xmlns:a16="http://schemas.microsoft.com/office/drawing/2014/main" id="{A9D0A8AF-043A-7841-9025-563394EFC1DD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85" name="Google Shape;85;g11a1ad765f8_4_0">
                  <a:extLst>
                    <a:ext uri="{FF2B5EF4-FFF2-40B4-BE49-F238E27FC236}">
                      <a16:creationId xmlns:a16="http://schemas.microsoft.com/office/drawing/2014/main" id="{9572D2E0-D1B8-FF95-5C24-3575BC041DB5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g11a1ad765f8_4_0">
                  <a:extLst>
                    <a:ext uri="{FF2B5EF4-FFF2-40B4-BE49-F238E27FC236}">
                      <a16:creationId xmlns:a16="http://schemas.microsoft.com/office/drawing/2014/main" id="{A9A8B47F-EFE8-02FD-E649-2F2231A10FBA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g11a1ad765f8_4_0">
                  <a:extLst>
                    <a:ext uri="{FF2B5EF4-FFF2-40B4-BE49-F238E27FC236}">
                      <a16:creationId xmlns:a16="http://schemas.microsoft.com/office/drawing/2014/main" id="{4EE00D6C-8625-F0E5-C0A0-2F1EBADC274B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g11a1ad765f8_4_0">
                  <a:extLst>
                    <a:ext uri="{FF2B5EF4-FFF2-40B4-BE49-F238E27FC236}">
                      <a16:creationId xmlns:a16="http://schemas.microsoft.com/office/drawing/2014/main" id="{57A001E3-F48A-68A5-2216-1B91A823344D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g11a1ad765f8_4_0">
                  <a:extLst>
                    <a:ext uri="{FF2B5EF4-FFF2-40B4-BE49-F238E27FC236}">
                      <a16:creationId xmlns:a16="http://schemas.microsoft.com/office/drawing/2014/main" id="{CC18E8D8-A43F-E3B7-CBD2-A4B23E60E61E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" name="Google Shape;90;g11a1ad765f8_4_0">
                  <a:extLst>
                    <a:ext uri="{FF2B5EF4-FFF2-40B4-BE49-F238E27FC236}">
                      <a16:creationId xmlns:a16="http://schemas.microsoft.com/office/drawing/2014/main" id="{8907871E-CFB6-01D1-9097-322A03FBA119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g11a1ad765f8_4_0">
                  <a:extLst>
                    <a:ext uri="{FF2B5EF4-FFF2-40B4-BE49-F238E27FC236}">
                      <a16:creationId xmlns:a16="http://schemas.microsoft.com/office/drawing/2014/main" id="{5ED3591D-F8AD-6D58-6923-59BE9F3B0A1F}"/>
                    </a:ext>
                  </a:extLst>
                </p:cNvPr>
                <p:cNvSpPr txBox="1"/>
                <p:nvPr/>
              </p:nvSpPr>
              <p:spPr>
                <a:xfrm>
                  <a:off x="4968034" y="4959010"/>
                  <a:ext cx="2333700" cy="1007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2" name="Google Shape;92;g11a1ad765f8_4_0">
                <a:extLst>
                  <a:ext uri="{FF2B5EF4-FFF2-40B4-BE49-F238E27FC236}">
                    <a16:creationId xmlns:a16="http://schemas.microsoft.com/office/drawing/2014/main" id="{4A178174-5A34-E058-9BC2-625BA2BAA272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g11a1ad765f8_4_0">
              <a:extLst>
                <a:ext uri="{FF2B5EF4-FFF2-40B4-BE49-F238E27FC236}">
                  <a16:creationId xmlns:a16="http://schemas.microsoft.com/office/drawing/2014/main" id="{232CB4A9-9872-F75A-7649-E99A5C89AF11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94" name="Google Shape;94;g11a1ad765f8_4_0">
                <a:extLst>
                  <a:ext uri="{FF2B5EF4-FFF2-40B4-BE49-F238E27FC236}">
                    <a16:creationId xmlns:a16="http://schemas.microsoft.com/office/drawing/2014/main" id="{7EC7BB71-3B37-01CD-0854-84CB8E75C469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95" name="Google Shape;95;g11a1ad765f8_4_0">
                  <a:extLst>
                    <a:ext uri="{FF2B5EF4-FFF2-40B4-BE49-F238E27FC236}">
                      <a16:creationId xmlns:a16="http://schemas.microsoft.com/office/drawing/2014/main" id="{8D41D87C-AFD0-ECF7-08FD-0C346DC0A02C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g11a1ad765f8_4_0">
                  <a:extLst>
                    <a:ext uri="{FF2B5EF4-FFF2-40B4-BE49-F238E27FC236}">
                      <a16:creationId xmlns:a16="http://schemas.microsoft.com/office/drawing/2014/main" id="{8D93A483-B810-63E4-7E1D-7434CB0A78FC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" name="Google Shape;97;g11a1ad765f8_4_0">
                  <a:extLst>
                    <a:ext uri="{FF2B5EF4-FFF2-40B4-BE49-F238E27FC236}">
                      <a16:creationId xmlns:a16="http://schemas.microsoft.com/office/drawing/2014/main" id="{C64E54A5-4DB0-8B7F-AEE8-E200167BCD51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g11a1ad765f8_4_0">
                  <a:extLst>
                    <a:ext uri="{FF2B5EF4-FFF2-40B4-BE49-F238E27FC236}">
                      <a16:creationId xmlns:a16="http://schemas.microsoft.com/office/drawing/2014/main" id="{433D2E6B-C8A9-65B6-EA29-FBE69BE4B5E8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g11a1ad765f8_4_0">
                  <a:extLst>
                    <a:ext uri="{FF2B5EF4-FFF2-40B4-BE49-F238E27FC236}">
                      <a16:creationId xmlns:a16="http://schemas.microsoft.com/office/drawing/2014/main" id="{13939859-7B3C-BDFA-6B63-E010F495204A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g11a1ad765f8_4_0">
                  <a:extLst>
                    <a:ext uri="{FF2B5EF4-FFF2-40B4-BE49-F238E27FC236}">
                      <a16:creationId xmlns:a16="http://schemas.microsoft.com/office/drawing/2014/main" id="{DA437754-8F85-52AE-8836-EF6093FE930A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g11a1ad765f8_4_0">
                  <a:extLst>
                    <a:ext uri="{FF2B5EF4-FFF2-40B4-BE49-F238E27FC236}">
                      <a16:creationId xmlns:a16="http://schemas.microsoft.com/office/drawing/2014/main" id="{758A4344-7403-9BC9-6530-E2B142030A52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LIDERADO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g11a1ad765f8_4_0">
                  <a:extLst>
                    <a:ext uri="{FF2B5EF4-FFF2-40B4-BE49-F238E27FC236}">
                      <a16:creationId xmlns:a16="http://schemas.microsoft.com/office/drawing/2014/main" id="{1FFB3AC2-4E32-FC57-EED3-DC90D586EF79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" name="Google Shape;104;g11a1ad765f8_4_0">
                <a:extLst>
                  <a:ext uri="{FF2B5EF4-FFF2-40B4-BE49-F238E27FC236}">
                    <a16:creationId xmlns:a16="http://schemas.microsoft.com/office/drawing/2014/main" id="{7C86DAC1-5CEB-A55B-A476-93410FCE1D0E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05" name="Google Shape;105;g11a1ad765f8_4_0">
                  <a:extLst>
                    <a:ext uri="{FF2B5EF4-FFF2-40B4-BE49-F238E27FC236}">
                      <a16:creationId xmlns:a16="http://schemas.microsoft.com/office/drawing/2014/main" id="{F7634A53-B3E7-9F4B-6AB6-FF35013DE3E2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g11a1ad765f8_4_0">
                  <a:extLst>
                    <a:ext uri="{FF2B5EF4-FFF2-40B4-BE49-F238E27FC236}">
                      <a16:creationId xmlns:a16="http://schemas.microsoft.com/office/drawing/2014/main" id="{1BF3FA54-C2BE-8B9E-3DAC-BD8C06439692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07" name="Google Shape;107;g11a1ad765f8_4_0">
            <a:extLst>
              <a:ext uri="{FF2B5EF4-FFF2-40B4-BE49-F238E27FC236}">
                <a16:creationId xmlns:a16="http://schemas.microsoft.com/office/drawing/2014/main" id="{78CEA028-B564-EF6A-E67E-DA7C867C86F8}"/>
              </a:ext>
            </a:extLst>
          </p:cNvPr>
          <p:cNvGrpSpPr/>
          <p:nvPr/>
        </p:nvGrpSpPr>
        <p:grpSpPr>
          <a:xfrm>
            <a:off x="216617" y="3499485"/>
            <a:ext cx="4151866" cy="3293373"/>
            <a:chOff x="184429" y="169199"/>
            <a:chExt cx="4461015" cy="3678103"/>
          </a:xfrm>
        </p:grpSpPr>
        <p:grpSp>
          <p:nvGrpSpPr>
            <p:cNvPr id="108" name="Google Shape;108;g11a1ad765f8_4_0">
              <a:extLst>
                <a:ext uri="{FF2B5EF4-FFF2-40B4-BE49-F238E27FC236}">
                  <a16:creationId xmlns:a16="http://schemas.microsoft.com/office/drawing/2014/main" id="{58DA8A26-EDFE-0394-23DB-D3F864A3FFF0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109" name="Google Shape;109;g11a1ad765f8_4_0">
                <a:extLst>
                  <a:ext uri="{FF2B5EF4-FFF2-40B4-BE49-F238E27FC236}">
                    <a16:creationId xmlns:a16="http://schemas.microsoft.com/office/drawing/2014/main" id="{07C388AB-8176-E6F4-94C9-8FA224A3B100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110" name="Google Shape;110;g11a1ad765f8_4_0">
                  <a:extLst>
                    <a:ext uri="{FF2B5EF4-FFF2-40B4-BE49-F238E27FC236}">
                      <a16:creationId xmlns:a16="http://schemas.microsoft.com/office/drawing/2014/main" id="{962373F7-7083-9317-7A7F-076DC8DBD925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g11a1ad765f8_4_0">
                  <a:extLst>
                    <a:ext uri="{FF2B5EF4-FFF2-40B4-BE49-F238E27FC236}">
                      <a16:creationId xmlns:a16="http://schemas.microsoft.com/office/drawing/2014/main" id="{502A3812-2361-35CB-9A77-6DC3E6B38A07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g11a1ad765f8_4_0">
                  <a:extLst>
                    <a:ext uri="{FF2B5EF4-FFF2-40B4-BE49-F238E27FC236}">
                      <a16:creationId xmlns:a16="http://schemas.microsoft.com/office/drawing/2014/main" id="{ADC16353-D688-73D6-E983-7EE52221878D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g11a1ad765f8_4_0">
                  <a:extLst>
                    <a:ext uri="{FF2B5EF4-FFF2-40B4-BE49-F238E27FC236}">
                      <a16:creationId xmlns:a16="http://schemas.microsoft.com/office/drawing/2014/main" id="{2699C0F7-6DB7-D6FE-0574-C170BE2C7F9B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g11a1ad765f8_4_0">
                  <a:extLst>
                    <a:ext uri="{FF2B5EF4-FFF2-40B4-BE49-F238E27FC236}">
                      <a16:creationId xmlns:a16="http://schemas.microsoft.com/office/drawing/2014/main" id="{2B860C8B-879A-D75B-CEB2-0FD8408EBE20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g11a1ad765f8_4_0">
                  <a:extLst>
                    <a:ext uri="{FF2B5EF4-FFF2-40B4-BE49-F238E27FC236}">
                      <a16:creationId xmlns:a16="http://schemas.microsoft.com/office/drawing/2014/main" id="{680F36C8-507A-9311-4EB7-502ED9A1C387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g11a1ad765f8_4_0">
                  <a:extLst>
                    <a:ext uri="{FF2B5EF4-FFF2-40B4-BE49-F238E27FC236}">
                      <a16:creationId xmlns:a16="http://schemas.microsoft.com/office/drawing/2014/main" id="{CD146BCF-BF89-ABD2-1E04-24DEE80D5BD7}"/>
                    </a:ext>
                  </a:extLst>
                </p:cNvPr>
                <p:cNvSpPr txBox="1"/>
                <p:nvPr/>
              </p:nvSpPr>
              <p:spPr>
                <a:xfrm>
                  <a:off x="4968034" y="4959010"/>
                  <a:ext cx="2333700" cy="1007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7" name="Google Shape;117;g11a1ad765f8_4_0">
                <a:extLst>
                  <a:ext uri="{FF2B5EF4-FFF2-40B4-BE49-F238E27FC236}">
                    <a16:creationId xmlns:a16="http://schemas.microsoft.com/office/drawing/2014/main" id="{13D0054F-B2E9-E3AB-3385-EFEAE296B569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g11a1ad765f8_4_0">
              <a:extLst>
                <a:ext uri="{FF2B5EF4-FFF2-40B4-BE49-F238E27FC236}">
                  <a16:creationId xmlns:a16="http://schemas.microsoft.com/office/drawing/2014/main" id="{D21A937C-1CC8-6584-7750-6F0596F1F3F1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119" name="Google Shape;119;g11a1ad765f8_4_0">
                <a:extLst>
                  <a:ext uri="{FF2B5EF4-FFF2-40B4-BE49-F238E27FC236}">
                    <a16:creationId xmlns:a16="http://schemas.microsoft.com/office/drawing/2014/main" id="{9BDF02E9-1797-DFAD-9DF6-76F47A458067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120" name="Google Shape;120;g11a1ad765f8_4_0">
                  <a:extLst>
                    <a:ext uri="{FF2B5EF4-FFF2-40B4-BE49-F238E27FC236}">
                      <a16:creationId xmlns:a16="http://schemas.microsoft.com/office/drawing/2014/main" id="{DEC5C53C-AF6E-4477-4CFB-2322E72B3BE6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g11a1ad765f8_4_0">
                  <a:extLst>
                    <a:ext uri="{FF2B5EF4-FFF2-40B4-BE49-F238E27FC236}">
                      <a16:creationId xmlns:a16="http://schemas.microsoft.com/office/drawing/2014/main" id="{85C73030-958C-C505-7318-9C0281432FC1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g11a1ad765f8_4_0">
                  <a:extLst>
                    <a:ext uri="{FF2B5EF4-FFF2-40B4-BE49-F238E27FC236}">
                      <a16:creationId xmlns:a16="http://schemas.microsoft.com/office/drawing/2014/main" id="{7486A6E8-9D6D-7EC6-699B-A09B47CC649E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g11a1ad765f8_4_0">
                  <a:extLst>
                    <a:ext uri="{FF2B5EF4-FFF2-40B4-BE49-F238E27FC236}">
                      <a16:creationId xmlns:a16="http://schemas.microsoft.com/office/drawing/2014/main" id="{72C7C474-4FC3-6FD2-F268-F1A5A7EE9781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g11a1ad765f8_4_0">
                  <a:extLst>
                    <a:ext uri="{FF2B5EF4-FFF2-40B4-BE49-F238E27FC236}">
                      <a16:creationId xmlns:a16="http://schemas.microsoft.com/office/drawing/2014/main" id="{447911A3-9BFA-D4F7-18EA-336A370A6738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g11a1ad765f8_4_0">
                  <a:extLst>
                    <a:ext uri="{FF2B5EF4-FFF2-40B4-BE49-F238E27FC236}">
                      <a16:creationId xmlns:a16="http://schemas.microsoft.com/office/drawing/2014/main" id="{5C91A83F-A3E6-34A5-D4C3-A639CC3A5665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g11a1ad765f8_4_0">
                  <a:extLst>
                    <a:ext uri="{FF2B5EF4-FFF2-40B4-BE49-F238E27FC236}">
                      <a16:creationId xmlns:a16="http://schemas.microsoft.com/office/drawing/2014/main" id="{2047AB26-FAB8-6E67-415A-517CFCC58C8D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LIDERADO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g11a1ad765f8_4_0">
                  <a:extLst>
                    <a:ext uri="{FF2B5EF4-FFF2-40B4-BE49-F238E27FC236}">
                      <a16:creationId xmlns:a16="http://schemas.microsoft.com/office/drawing/2014/main" id="{4CFA82EB-A4E0-5B68-D7F4-35268857EE94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" name="Google Shape;129;g11a1ad765f8_4_0">
                <a:extLst>
                  <a:ext uri="{FF2B5EF4-FFF2-40B4-BE49-F238E27FC236}">
                    <a16:creationId xmlns:a16="http://schemas.microsoft.com/office/drawing/2014/main" id="{E3BD1F26-2C1D-15CA-DDB4-6E65B2840A53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30" name="Google Shape;130;g11a1ad765f8_4_0">
                  <a:extLst>
                    <a:ext uri="{FF2B5EF4-FFF2-40B4-BE49-F238E27FC236}">
                      <a16:creationId xmlns:a16="http://schemas.microsoft.com/office/drawing/2014/main" id="{E4D92D46-D4EB-FB93-FC87-D61F2ACA2454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g11a1ad765f8_4_0">
                  <a:extLst>
                    <a:ext uri="{FF2B5EF4-FFF2-40B4-BE49-F238E27FC236}">
                      <a16:creationId xmlns:a16="http://schemas.microsoft.com/office/drawing/2014/main" id="{CA7F629A-0DA8-1F55-EAF0-F44E605B0823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2" name="Google Shape;132;g11a1ad765f8_4_0">
            <a:extLst>
              <a:ext uri="{FF2B5EF4-FFF2-40B4-BE49-F238E27FC236}">
                <a16:creationId xmlns:a16="http://schemas.microsoft.com/office/drawing/2014/main" id="{B4044D67-9648-BE25-AA97-38FE20A6401E}"/>
              </a:ext>
            </a:extLst>
          </p:cNvPr>
          <p:cNvGrpSpPr/>
          <p:nvPr/>
        </p:nvGrpSpPr>
        <p:grpSpPr>
          <a:xfrm>
            <a:off x="4696259" y="3489145"/>
            <a:ext cx="4151866" cy="3293373"/>
            <a:chOff x="184429" y="169199"/>
            <a:chExt cx="4461015" cy="3678103"/>
          </a:xfrm>
        </p:grpSpPr>
        <p:grpSp>
          <p:nvGrpSpPr>
            <p:cNvPr id="133" name="Google Shape;133;g11a1ad765f8_4_0">
              <a:extLst>
                <a:ext uri="{FF2B5EF4-FFF2-40B4-BE49-F238E27FC236}">
                  <a16:creationId xmlns:a16="http://schemas.microsoft.com/office/drawing/2014/main" id="{33A7E9CC-16C7-EECD-D5D9-50114E03A53F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134" name="Google Shape;134;g11a1ad765f8_4_0">
                <a:extLst>
                  <a:ext uri="{FF2B5EF4-FFF2-40B4-BE49-F238E27FC236}">
                    <a16:creationId xmlns:a16="http://schemas.microsoft.com/office/drawing/2014/main" id="{E8442178-F2DE-F182-9822-A9FC08725C40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135" name="Google Shape;135;g11a1ad765f8_4_0">
                  <a:extLst>
                    <a:ext uri="{FF2B5EF4-FFF2-40B4-BE49-F238E27FC236}">
                      <a16:creationId xmlns:a16="http://schemas.microsoft.com/office/drawing/2014/main" id="{1818B51C-6C53-A91D-8AD2-28D8B24B2482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g11a1ad765f8_4_0">
                  <a:extLst>
                    <a:ext uri="{FF2B5EF4-FFF2-40B4-BE49-F238E27FC236}">
                      <a16:creationId xmlns:a16="http://schemas.microsoft.com/office/drawing/2014/main" id="{6AF52F0A-83F3-48F2-4C3D-86DB3F267CB4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g11a1ad765f8_4_0">
                  <a:extLst>
                    <a:ext uri="{FF2B5EF4-FFF2-40B4-BE49-F238E27FC236}">
                      <a16:creationId xmlns:a16="http://schemas.microsoft.com/office/drawing/2014/main" id="{F61FC9B5-170D-63B2-330C-0737C7ACD325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g11a1ad765f8_4_0">
                  <a:extLst>
                    <a:ext uri="{FF2B5EF4-FFF2-40B4-BE49-F238E27FC236}">
                      <a16:creationId xmlns:a16="http://schemas.microsoft.com/office/drawing/2014/main" id="{8190160B-7723-7AA4-199A-75C511AB1CA5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g11a1ad765f8_4_0">
                  <a:extLst>
                    <a:ext uri="{FF2B5EF4-FFF2-40B4-BE49-F238E27FC236}">
                      <a16:creationId xmlns:a16="http://schemas.microsoft.com/office/drawing/2014/main" id="{24A88854-6080-FEBA-DE11-BCB3B3F0558E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g11a1ad765f8_4_0">
                  <a:extLst>
                    <a:ext uri="{FF2B5EF4-FFF2-40B4-BE49-F238E27FC236}">
                      <a16:creationId xmlns:a16="http://schemas.microsoft.com/office/drawing/2014/main" id="{8E742B77-7785-CE17-49B5-CBDD966D683E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g11a1ad765f8_4_0">
                  <a:extLst>
                    <a:ext uri="{FF2B5EF4-FFF2-40B4-BE49-F238E27FC236}">
                      <a16:creationId xmlns:a16="http://schemas.microsoft.com/office/drawing/2014/main" id="{58AF056F-4A10-01C3-4EB8-99EB120111E9}"/>
                    </a:ext>
                  </a:extLst>
                </p:cNvPr>
                <p:cNvSpPr txBox="1"/>
                <p:nvPr/>
              </p:nvSpPr>
              <p:spPr>
                <a:xfrm>
                  <a:off x="4968034" y="4959010"/>
                  <a:ext cx="2333700" cy="1019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2" name="Google Shape;142;g11a1ad765f8_4_0">
                <a:extLst>
                  <a:ext uri="{FF2B5EF4-FFF2-40B4-BE49-F238E27FC236}">
                    <a16:creationId xmlns:a16="http://schemas.microsoft.com/office/drawing/2014/main" id="{2D43CED0-FBF2-C394-09BA-0F50078FBBF3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g11a1ad765f8_4_0">
              <a:extLst>
                <a:ext uri="{FF2B5EF4-FFF2-40B4-BE49-F238E27FC236}">
                  <a16:creationId xmlns:a16="http://schemas.microsoft.com/office/drawing/2014/main" id="{C503BAC2-84D4-9449-B058-DA883C82C7BC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144" name="Google Shape;144;g11a1ad765f8_4_0">
                <a:extLst>
                  <a:ext uri="{FF2B5EF4-FFF2-40B4-BE49-F238E27FC236}">
                    <a16:creationId xmlns:a16="http://schemas.microsoft.com/office/drawing/2014/main" id="{FF67A2DD-8216-7AC1-27A3-D78BCBF52CA8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145" name="Google Shape;145;g11a1ad765f8_4_0">
                  <a:extLst>
                    <a:ext uri="{FF2B5EF4-FFF2-40B4-BE49-F238E27FC236}">
                      <a16:creationId xmlns:a16="http://schemas.microsoft.com/office/drawing/2014/main" id="{B7BFE261-0EEE-769B-68AB-56415AF92E3C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g11a1ad765f8_4_0">
                  <a:extLst>
                    <a:ext uri="{FF2B5EF4-FFF2-40B4-BE49-F238E27FC236}">
                      <a16:creationId xmlns:a16="http://schemas.microsoft.com/office/drawing/2014/main" id="{40851BCD-9E7C-27ED-4189-D084F10A54D6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g11a1ad765f8_4_0">
                  <a:extLst>
                    <a:ext uri="{FF2B5EF4-FFF2-40B4-BE49-F238E27FC236}">
                      <a16:creationId xmlns:a16="http://schemas.microsoft.com/office/drawing/2014/main" id="{2CF7AFCC-D229-F926-FB68-B746545336DC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g11a1ad765f8_4_0">
                  <a:extLst>
                    <a:ext uri="{FF2B5EF4-FFF2-40B4-BE49-F238E27FC236}">
                      <a16:creationId xmlns:a16="http://schemas.microsoft.com/office/drawing/2014/main" id="{9C5C395C-07BC-8D44-D6FB-9AC889428465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g11a1ad765f8_4_0">
                  <a:extLst>
                    <a:ext uri="{FF2B5EF4-FFF2-40B4-BE49-F238E27FC236}">
                      <a16:creationId xmlns:a16="http://schemas.microsoft.com/office/drawing/2014/main" id="{8E0802FF-B5DE-51CF-C7C0-2C8F44104374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2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g11a1ad765f8_4_0">
                  <a:extLst>
                    <a:ext uri="{FF2B5EF4-FFF2-40B4-BE49-F238E27FC236}">
                      <a16:creationId xmlns:a16="http://schemas.microsoft.com/office/drawing/2014/main" id="{BC6F6ECD-EAE4-CC25-5A03-940FE5615B13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g11a1ad765f8_4_0">
                  <a:extLst>
                    <a:ext uri="{FF2B5EF4-FFF2-40B4-BE49-F238E27FC236}">
                      <a16:creationId xmlns:a16="http://schemas.microsoft.com/office/drawing/2014/main" id="{17E64825-7DCD-EE69-57EC-365B92113762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LIDERADO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g11a1ad765f8_4_0">
                  <a:extLst>
                    <a:ext uri="{FF2B5EF4-FFF2-40B4-BE49-F238E27FC236}">
                      <a16:creationId xmlns:a16="http://schemas.microsoft.com/office/drawing/2014/main" id="{92DB4C6B-7C03-B72E-189F-47F36759ADD3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" name="Google Shape;154;g11a1ad765f8_4_0">
                <a:extLst>
                  <a:ext uri="{FF2B5EF4-FFF2-40B4-BE49-F238E27FC236}">
                    <a16:creationId xmlns:a16="http://schemas.microsoft.com/office/drawing/2014/main" id="{1360AE0C-634C-B78C-58D4-E9AE594906BF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55" name="Google Shape;155;g11a1ad765f8_4_0">
                  <a:extLst>
                    <a:ext uri="{FF2B5EF4-FFF2-40B4-BE49-F238E27FC236}">
                      <a16:creationId xmlns:a16="http://schemas.microsoft.com/office/drawing/2014/main" id="{4DE508EB-B3CB-7E47-CD75-670CB486EC88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g11a1ad765f8_4_0">
                  <a:extLst>
                    <a:ext uri="{FF2B5EF4-FFF2-40B4-BE49-F238E27FC236}">
                      <a16:creationId xmlns:a16="http://schemas.microsoft.com/office/drawing/2014/main" id="{C2196FDC-3FE5-E2DD-93A7-3A917C64E1C3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57" name="Google Shape;157;g11a1ad765f8_4_0">
            <a:extLst>
              <a:ext uri="{FF2B5EF4-FFF2-40B4-BE49-F238E27FC236}">
                <a16:creationId xmlns:a16="http://schemas.microsoft.com/office/drawing/2014/main" id="{0B07634D-F0C5-BC56-7B22-D83F36B0F560}"/>
              </a:ext>
            </a:extLst>
          </p:cNvPr>
          <p:cNvGrpSpPr/>
          <p:nvPr/>
        </p:nvGrpSpPr>
        <p:grpSpPr>
          <a:xfrm>
            <a:off x="4676871" y="137867"/>
            <a:ext cx="4151866" cy="3293373"/>
            <a:chOff x="184429" y="169199"/>
            <a:chExt cx="4461015" cy="3678103"/>
          </a:xfrm>
        </p:grpSpPr>
        <p:grpSp>
          <p:nvGrpSpPr>
            <p:cNvPr id="158" name="Google Shape;158;g11a1ad765f8_4_0">
              <a:extLst>
                <a:ext uri="{FF2B5EF4-FFF2-40B4-BE49-F238E27FC236}">
                  <a16:creationId xmlns:a16="http://schemas.microsoft.com/office/drawing/2014/main" id="{8B380A58-125D-E998-7FE3-DB174D586C34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159" name="Google Shape;159;g11a1ad765f8_4_0">
                <a:extLst>
                  <a:ext uri="{FF2B5EF4-FFF2-40B4-BE49-F238E27FC236}">
                    <a16:creationId xmlns:a16="http://schemas.microsoft.com/office/drawing/2014/main" id="{65DD123A-7388-7918-93CF-536E379679B1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160" name="Google Shape;160;g11a1ad765f8_4_0">
                  <a:extLst>
                    <a:ext uri="{FF2B5EF4-FFF2-40B4-BE49-F238E27FC236}">
                      <a16:creationId xmlns:a16="http://schemas.microsoft.com/office/drawing/2014/main" id="{F492ED78-7FE2-DCD7-E71E-7C4AA41DA5A4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g11a1ad765f8_4_0">
                  <a:extLst>
                    <a:ext uri="{FF2B5EF4-FFF2-40B4-BE49-F238E27FC236}">
                      <a16:creationId xmlns:a16="http://schemas.microsoft.com/office/drawing/2014/main" id="{5F8A87FD-8668-C8D1-2148-7A6DFEE0D468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g11a1ad765f8_4_0">
                  <a:extLst>
                    <a:ext uri="{FF2B5EF4-FFF2-40B4-BE49-F238E27FC236}">
                      <a16:creationId xmlns:a16="http://schemas.microsoft.com/office/drawing/2014/main" id="{954E4870-69F4-8A1D-9D7B-C813D208BBA7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g11a1ad765f8_4_0">
                  <a:extLst>
                    <a:ext uri="{FF2B5EF4-FFF2-40B4-BE49-F238E27FC236}">
                      <a16:creationId xmlns:a16="http://schemas.microsoft.com/office/drawing/2014/main" id="{9587E7D8-CB7B-D41D-7361-65750489712E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g11a1ad765f8_4_0">
                  <a:extLst>
                    <a:ext uri="{FF2B5EF4-FFF2-40B4-BE49-F238E27FC236}">
                      <a16:creationId xmlns:a16="http://schemas.microsoft.com/office/drawing/2014/main" id="{A57BEB26-CDF9-8A6D-A6AE-0F2FF5694BD5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g11a1ad765f8_4_0">
                  <a:extLst>
                    <a:ext uri="{FF2B5EF4-FFF2-40B4-BE49-F238E27FC236}">
                      <a16:creationId xmlns:a16="http://schemas.microsoft.com/office/drawing/2014/main" id="{BAA5781A-C5DC-1EA6-DC7D-DB5F1EF1E403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g11a1ad765f8_4_0">
                  <a:extLst>
                    <a:ext uri="{FF2B5EF4-FFF2-40B4-BE49-F238E27FC236}">
                      <a16:creationId xmlns:a16="http://schemas.microsoft.com/office/drawing/2014/main" id="{8D9FEC99-536E-721B-EC9A-02825BFFA737}"/>
                    </a:ext>
                  </a:extLst>
                </p:cNvPr>
                <p:cNvSpPr txBox="1"/>
                <p:nvPr/>
              </p:nvSpPr>
              <p:spPr>
                <a:xfrm>
                  <a:off x="4968059" y="4958998"/>
                  <a:ext cx="2333700" cy="1019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7" name="Google Shape;167;g11a1ad765f8_4_0">
                <a:extLst>
                  <a:ext uri="{FF2B5EF4-FFF2-40B4-BE49-F238E27FC236}">
                    <a16:creationId xmlns:a16="http://schemas.microsoft.com/office/drawing/2014/main" id="{4BC3A409-2874-4BDA-D446-90CC1E219587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g11a1ad765f8_4_0">
              <a:extLst>
                <a:ext uri="{FF2B5EF4-FFF2-40B4-BE49-F238E27FC236}">
                  <a16:creationId xmlns:a16="http://schemas.microsoft.com/office/drawing/2014/main" id="{B6D6594B-3B46-6612-8AC6-5629D21163CB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169" name="Google Shape;169;g11a1ad765f8_4_0">
                <a:extLst>
                  <a:ext uri="{FF2B5EF4-FFF2-40B4-BE49-F238E27FC236}">
                    <a16:creationId xmlns:a16="http://schemas.microsoft.com/office/drawing/2014/main" id="{485854DC-0C19-6F56-4879-3306F58FF490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170" name="Google Shape;170;g11a1ad765f8_4_0">
                  <a:extLst>
                    <a:ext uri="{FF2B5EF4-FFF2-40B4-BE49-F238E27FC236}">
                      <a16:creationId xmlns:a16="http://schemas.microsoft.com/office/drawing/2014/main" id="{5537D04A-7C37-FCBE-952E-E095E6E0CED8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g11a1ad765f8_4_0">
                  <a:extLst>
                    <a:ext uri="{FF2B5EF4-FFF2-40B4-BE49-F238E27FC236}">
                      <a16:creationId xmlns:a16="http://schemas.microsoft.com/office/drawing/2014/main" id="{72291CF6-108C-9C95-14D4-FD6A6C2BBB14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" name="Google Shape;172;g11a1ad765f8_4_0">
                  <a:extLst>
                    <a:ext uri="{FF2B5EF4-FFF2-40B4-BE49-F238E27FC236}">
                      <a16:creationId xmlns:a16="http://schemas.microsoft.com/office/drawing/2014/main" id="{A58DBF9B-E771-12AE-C703-F14C95460876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" name="Google Shape;173;g11a1ad765f8_4_0">
                  <a:extLst>
                    <a:ext uri="{FF2B5EF4-FFF2-40B4-BE49-F238E27FC236}">
                      <a16:creationId xmlns:a16="http://schemas.microsoft.com/office/drawing/2014/main" id="{119285D4-537D-9FF7-6280-6DCA6A297CB9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g11a1ad765f8_4_0">
                  <a:extLst>
                    <a:ext uri="{FF2B5EF4-FFF2-40B4-BE49-F238E27FC236}">
                      <a16:creationId xmlns:a16="http://schemas.microsoft.com/office/drawing/2014/main" id="{58DA100E-1EE1-ED22-F0A8-B40D50239D86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g11a1ad765f8_4_0">
                  <a:extLst>
                    <a:ext uri="{FF2B5EF4-FFF2-40B4-BE49-F238E27FC236}">
                      <a16:creationId xmlns:a16="http://schemas.microsoft.com/office/drawing/2014/main" id="{32DD718C-FB8B-CC51-0C5E-07FC090C9B08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g11a1ad765f8_4_0">
                  <a:extLst>
                    <a:ext uri="{FF2B5EF4-FFF2-40B4-BE49-F238E27FC236}">
                      <a16:creationId xmlns:a16="http://schemas.microsoft.com/office/drawing/2014/main" id="{10DF5B09-CCDD-F2DE-06DF-99EAEC94C797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LIDERADO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g11a1ad765f8_4_0">
                  <a:extLst>
                    <a:ext uri="{FF2B5EF4-FFF2-40B4-BE49-F238E27FC236}">
                      <a16:creationId xmlns:a16="http://schemas.microsoft.com/office/drawing/2014/main" id="{16E64566-E8B8-611B-EC71-FE24C55A4276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9" name="Google Shape;179;g11a1ad765f8_4_0">
                <a:extLst>
                  <a:ext uri="{FF2B5EF4-FFF2-40B4-BE49-F238E27FC236}">
                    <a16:creationId xmlns:a16="http://schemas.microsoft.com/office/drawing/2014/main" id="{9ADD7974-AA0B-11B4-8F5A-0CCED071310D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80" name="Google Shape;180;g11a1ad765f8_4_0">
                  <a:extLst>
                    <a:ext uri="{FF2B5EF4-FFF2-40B4-BE49-F238E27FC236}">
                      <a16:creationId xmlns:a16="http://schemas.microsoft.com/office/drawing/2014/main" id="{37BE789F-F7D3-76F8-01F8-D65F0497A04F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g11a1ad765f8_4_0">
                  <a:extLst>
                    <a:ext uri="{FF2B5EF4-FFF2-40B4-BE49-F238E27FC236}">
                      <a16:creationId xmlns:a16="http://schemas.microsoft.com/office/drawing/2014/main" id="{747A426A-97BA-3A4D-C075-D883824C265C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2" name="Google Shape;182;g11a1ad765f8_4_0">
            <a:extLst>
              <a:ext uri="{FF2B5EF4-FFF2-40B4-BE49-F238E27FC236}">
                <a16:creationId xmlns:a16="http://schemas.microsoft.com/office/drawing/2014/main" id="{BF234F8A-5594-29A0-7BDA-F10679E205F6}"/>
              </a:ext>
            </a:extLst>
          </p:cNvPr>
          <p:cNvSpPr/>
          <p:nvPr/>
        </p:nvSpPr>
        <p:spPr>
          <a:xfrm>
            <a:off x="793632" y="1297155"/>
            <a:ext cx="899100" cy="12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[FOTO]</a:t>
            </a:r>
          </a:p>
        </p:txBody>
      </p:sp>
      <p:sp>
        <p:nvSpPr>
          <p:cNvPr id="184" name="Google Shape;184;g11a1ad765f8_4_0">
            <a:extLst>
              <a:ext uri="{FF2B5EF4-FFF2-40B4-BE49-F238E27FC236}">
                <a16:creationId xmlns:a16="http://schemas.microsoft.com/office/drawing/2014/main" id="{8BCDB31C-9EC2-FB86-DAC7-834322573A3C}"/>
              </a:ext>
            </a:extLst>
          </p:cNvPr>
          <p:cNvSpPr/>
          <p:nvPr/>
        </p:nvSpPr>
        <p:spPr>
          <a:xfrm>
            <a:off x="5261580" y="1308999"/>
            <a:ext cx="899100" cy="12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1a1ad765f8_4_0">
            <a:extLst>
              <a:ext uri="{FF2B5EF4-FFF2-40B4-BE49-F238E27FC236}">
                <a16:creationId xmlns:a16="http://schemas.microsoft.com/office/drawing/2014/main" id="{75FAB2B2-DDF1-0193-6C8A-D69ADD0E8922}"/>
              </a:ext>
            </a:extLst>
          </p:cNvPr>
          <p:cNvSpPr/>
          <p:nvPr/>
        </p:nvSpPr>
        <p:spPr>
          <a:xfrm>
            <a:off x="739201" y="4663537"/>
            <a:ext cx="899100" cy="12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[FOTO]</a:t>
            </a:r>
          </a:p>
        </p:txBody>
      </p:sp>
      <p:sp>
        <p:nvSpPr>
          <p:cNvPr id="188" name="Google Shape;188;g11a1ad765f8_4_0">
            <a:extLst>
              <a:ext uri="{FF2B5EF4-FFF2-40B4-BE49-F238E27FC236}">
                <a16:creationId xmlns:a16="http://schemas.microsoft.com/office/drawing/2014/main" id="{CCBB326A-5A44-D020-C63F-8F40DE3F5A69}"/>
              </a:ext>
            </a:extLst>
          </p:cNvPr>
          <p:cNvSpPr/>
          <p:nvPr/>
        </p:nvSpPr>
        <p:spPr>
          <a:xfrm>
            <a:off x="5182826" y="4663537"/>
            <a:ext cx="899100" cy="12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dirty="0">
                <a:solidFill>
                  <a:srgbClr val="FF0000"/>
                </a:solidFill>
              </a:rPr>
              <a:t>[FOTO]</a:t>
            </a:r>
          </a:p>
        </p:txBody>
      </p:sp>
      <p:sp>
        <p:nvSpPr>
          <p:cNvPr id="190" name="Google Shape;190;g11a1ad765f8_4_0">
            <a:extLst>
              <a:ext uri="{FF2B5EF4-FFF2-40B4-BE49-F238E27FC236}">
                <a16:creationId xmlns:a16="http://schemas.microsoft.com/office/drawing/2014/main" id="{709B52A7-B036-EA78-D342-3FB7126CEF49}"/>
              </a:ext>
            </a:extLst>
          </p:cNvPr>
          <p:cNvSpPr txBox="1"/>
          <p:nvPr/>
        </p:nvSpPr>
        <p:spPr>
          <a:xfrm>
            <a:off x="210322" y="2545837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 smtClean="0">
                <a:latin typeface="Calibri"/>
                <a:cs typeface="Calibri"/>
              </a:rPr>
              <a:t>Nome: Luciano Dias</a:t>
            </a:r>
          </a:p>
          <a:p>
            <a:r>
              <a:rPr lang="pt-BR" sz="1100" dirty="0" err="1" smtClean="0">
                <a:latin typeface="Calibri"/>
                <a:cs typeface="Calibri"/>
              </a:rPr>
              <a:t>Dpto:Manutenção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>
                <a:latin typeface="Calibri"/>
                <a:cs typeface="Calibri"/>
              </a:rPr>
              <a:t>Empresa: </a:t>
            </a:r>
            <a:r>
              <a:rPr lang="pt-BR" sz="1100" dirty="0" smtClean="0">
                <a:latin typeface="Calibri"/>
                <a:cs typeface="Calibri"/>
              </a:rPr>
              <a:t>Altec</a:t>
            </a:r>
            <a:endParaRPr lang="pt-BR" sz="1100" dirty="0">
              <a:latin typeface="Calibri"/>
              <a:cs typeface="Calibri"/>
            </a:endParaRPr>
          </a:p>
        </p:txBody>
      </p:sp>
      <p:sp>
        <p:nvSpPr>
          <p:cNvPr id="191" name="Google Shape;191;g11a1ad765f8_4_0">
            <a:extLst>
              <a:ext uri="{FF2B5EF4-FFF2-40B4-BE49-F238E27FC236}">
                <a16:creationId xmlns:a16="http://schemas.microsoft.com/office/drawing/2014/main" id="{40D54A3A-AE9C-11C2-D552-562E3E2BC5C9}"/>
              </a:ext>
            </a:extLst>
          </p:cNvPr>
          <p:cNvSpPr txBox="1"/>
          <p:nvPr/>
        </p:nvSpPr>
        <p:spPr>
          <a:xfrm>
            <a:off x="4666442" y="2541051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 smtClean="0">
                <a:latin typeface="Calibri"/>
                <a:ea typeface="Calibri"/>
                <a:cs typeface="Calibri"/>
              </a:rPr>
              <a:t>Nome: Luciano Dias</a:t>
            </a:r>
          </a:p>
          <a:p>
            <a:r>
              <a:rPr lang="pt-BR" sz="1100" dirty="0" err="1" smtClean="0">
                <a:latin typeface="Calibri"/>
                <a:ea typeface="Calibri"/>
                <a:cs typeface="Calibri"/>
              </a:rPr>
              <a:t>Dpto:Manutenção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>
                <a:latin typeface="Calibri"/>
                <a:ea typeface="Calibri"/>
                <a:cs typeface="Calibri"/>
              </a:rPr>
              <a:t>Empresa: </a:t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>Altec</a:t>
            </a:r>
            <a:endParaRPr lang="pt-BR" dirty="0"/>
          </a:p>
        </p:txBody>
      </p:sp>
      <p:sp>
        <p:nvSpPr>
          <p:cNvPr id="192" name="Google Shape;192;g11a1ad765f8_4_0">
            <a:extLst>
              <a:ext uri="{FF2B5EF4-FFF2-40B4-BE49-F238E27FC236}">
                <a16:creationId xmlns:a16="http://schemas.microsoft.com/office/drawing/2014/main" id="{5656B279-F07B-324C-9616-1101D2C419A2}"/>
              </a:ext>
            </a:extLst>
          </p:cNvPr>
          <p:cNvSpPr txBox="1"/>
          <p:nvPr/>
        </p:nvSpPr>
        <p:spPr>
          <a:xfrm>
            <a:off x="238322" y="5904337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>
                <a:latin typeface="Calibri"/>
                <a:ea typeface="Calibri"/>
                <a:cs typeface="Calibri"/>
              </a:rPr>
              <a:t>Nome: </a:t>
            </a:r>
            <a:r>
              <a:rPr lang="pt-BR" sz="1100" dirty="0">
                <a:latin typeface="Calibri"/>
                <a:ea typeface="Calibri"/>
                <a:cs typeface="Calibri"/>
              </a:rPr>
              <a:t>PAULO VITOR BARBOSA </a:t>
            </a:r>
            <a:r>
              <a:rPr lang="pt-BR" sz="1100" dirty="0" err="1" smtClean="0">
                <a:latin typeface="Calibri"/>
                <a:ea typeface="Calibri"/>
                <a:cs typeface="Calibri"/>
              </a:rPr>
              <a:t>Dpto</a:t>
            </a:r>
            <a:r>
              <a:rPr lang="pt-BR" sz="1100" dirty="0">
                <a:latin typeface="Calibri"/>
                <a:ea typeface="Calibri"/>
                <a:cs typeface="Calibri"/>
              </a:rPr>
              <a:t>.:  </a:t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>Manutenção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>
                <a:latin typeface="Calibri"/>
                <a:ea typeface="Calibri"/>
                <a:cs typeface="Calibri"/>
              </a:rPr>
              <a:t>Empresa: </a:t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>Altec</a:t>
            </a:r>
            <a:endParaRPr lang="pt-BR" dirty="0"/>
          </a:p>
        </p:txBody>
      </p:sp>
      <p:sp>
        <p:nvSpPr>
          <p:cNvPr id="193" name="Google Shape;193;g11a1ad765f8_4_0">
            <a:extLst>
              <a:ext uri="{FF2B5EF4-FFF2-40B4-BE49-F238E27FC236}">
                <a16:creationId xmlns:a16="http://schemas.microsoft.com/office/drawing/2014/main" id="{7258E0E0-AA15-FDF9-2C3C-791E43A5CC90}"/>
              </a:ext>
            </a:extLst>
          </p:cNvPr>
          <p:cNvSpPr txBox="1"/>
          <p:nvPr/>
        </p:nvSpPr>
        <p:spPr>
          <a:xfrm>
            <a:off x="4709548" y="5943226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>
                <a:latin typeface="Calibri"/>
                <a:ea typeface="Calibri"/>
                <a:cs typeface="Calibri"/>
              </a:rPr>
              <a:t>Nome : </a:t>
            </a:r>
            <a:r>
              <a:rPr lang="pt-BR" sz="1100" dirty="0">
                <a:latin typeface="Calibri"/>
                <a:ea typeface="Calibri"/>
                <a:cs typeface="Calibri"/>
              </a:rPr>
              <a:t>PAULO VITOR BARBOSA 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 err="1">
                <a:latin typeface="Calibri"/>
                <a:ea typeface="Calibri"/>
                <a:cs typeface="Calibri"/>
              </a:rPr>
              <a:t>Dpto</a:t>
            </a:r>
            <a:r>
              <a:rPr lang="pt-BR" sz="1100" dirty="0">
                <a:latin typeface="Calibri"/>
                <a:ea typeface="Calibri"/>
                <a:cs typeface="Calibri"/>
              </a:rPr>
              <a:t>.: </a:t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>Manutenção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 smtClean="0">
                <a:latin typeface="Calibri"/>
                <a:ea typeface="Calibri"/>
                <a:cs typeface="Calibri"/>
              </a:rPr>
              <a:t>Empresa: Altec</a:t>
            </a:r>
            <a:endParaRPr lang="pt-BR" dirty="0"/>
          </a:p>
        </p:txBody>
      </p:sp>
      <p:sp>
        <p:nvSpPr>
          <p:cNvPr id="3" name="Google Shape;184;g11a1ad765f8_4_0">
            <a:extLst>
              <a:ext uri="{FF2B5EF4-FFF2-40B4-BE49-F238E27FC236}">
                <a16:creationId xmlns:a16="http://schemas.microsoft.com/office/drawing/2014/main" id="{9AD474D7-1120-575E-78B9-164263A2B56D}"/>
              </a:ext>
            </a:extLst>
          </p:cNvPr>
          <p:cNvSpPr/>
          <p:nvPr/>
        </p:nvSpPr>
        <p:spPr>
          <a:xfrm>
            <a:off x="5261580" y="1284303"/>
            <a:ext cx="899100" cy="12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dirty="0">
                <a:solidFill>
                  <a:srgbClr val="FF0000"/>
                </a:solidFill>
              </a:rPr>
              <a:t>[FOTO]</a:t>
            </a:r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C321AA15-1D02-BC3A-0EE6-2ADBD83D3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53" y="3207509"/>
            <a:ext cx="476250" cy="200025"/>
          </a:xfrm>
          <a:prstGeom prst="rect">
            <a:avLst/>
          </a:prstGeom>
        </p:spPr>
      </p:pic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339DDC8E-E762-9309-23C9-E71192B36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88" y="3207508"/>
            <a:ext cx="476250" cy="200025"/>
          </a:xfrm>
          <a:prstGeom prst="rect">
            <a:avLst/>
          </a:prstGeom>
        </p:spPr>
      </p:pic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D2BA4A86-ED77-FE9C-1A65-E80068DB5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53" y="6575770"/>
            <a:ext cx="476250" cy="200025"/>
          </a:xfrm>
          <a:prstGeom prst="rect">
            <a:avLst/>
          </a:prstGeom>
        </p:spPr>
      </p:pic>
      <p:pic>
        <p:nvPicPr>
          <p:cNvPr id="10" name="Imagem 9" descr="Logotipo, nome da empresa&#10;&#10;Descrição gerada automaticamente">
            <a:extLst>
              <a:ext uri="{FF2B5EF4-FFF2-40B4-BE49-F238E27FC236}">
                <a16:creationId xmlns:a16="http://schemas.microsoft.com/office/drawing/2014/main" id="{D37C56E1-4EAC-D518-1FAF-4C980C5B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527" y="6575770"/>
            <a:ext cx="476250" cy="200025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130" y="1352935"/>
            <a:ext cx="797796" cy="111207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97" y="1342164"/>
            <a:ext cx="804735" cy="112175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053" y="4681155"/>
            <a:ext cx="853447" cy="122108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32" y="4706734"/>
            <a:ext cx="789897" cy="113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61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FA96D8FC6D024685F83B0B308EF6B7" ma:contentTypeVersion="17" ma:contentTypeDescription="Crie um novo documento." ma:contentTypeScope="" ma:versionID="5b77c759d576a7f2622acdcef35318aa">
  <xsd:schema xmlns:xsd="http://www.w3.org/2001/XMLSchema" xmlns:xs="http://www.w3.org/2001/XMLSchema" xmlns:p="http://schemas.microsoft.com/office/2006/metadata/properties" xmlns:ns2="2075b702-f05c-4fb5-9a48-1992b53f7e65" xmlns:ns3="4ab24397-5d1a-4efd-81cf-80e149f18ce9" targetNamespace="http://schemas.microsoft.com/office/2006/metadata/properties" ma:root="true" ma:fieldsID="91cadfd1e7879e514d82ba3f35fa1efc" ns2:_="" ns3:_="">
    <xsd:import namespace="2075b702-f05c-4fb5-9a48-1992b53f7e65"/>
    <xsd:import namespace="4ab24397-5d1a-4efd-81cf-80e149f18c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ServiceObjectDetectorVersions" minOccurs="0"/>
                <xsd:element ref="ns2:imagem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5b702-f05c-4fb5-9a48-1992b53f7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1739d988-34ed-4e07-9fc3-07c6de7733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3" nillable="true" ma:displayName="imagem" ma:format="Thumbnail" ma:internalName="imagem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b24397-5d1a-4efd-81cf-80e149f18ce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7eb499f-d8b5-4e92-890b-b258e17efeb5}" ma:internalName="TaxCatchAll" ma:showField="CatchAllData" ma:web="4ab24397-5d1a-4efd-81cf-80e149f18c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2075b702-f05c-4fb5-9a48-1992b53f7e65" xsi:nil="true"/>
    <TaxCatchAll xmlns="4ab24397-5d1a-4efd-81cf-80e149f18ce9" xsi:nil="true"/>
    <lcf76f155ced4ddcb4097134ff3c332f xmlns="2075b702-f05c-4fb5-9a48-1992b53f7e65">
      <Terms xmlns="http://schemas.microsoft.com/office/infopath/2007/PartnerControls"/>
    </lcf76f155ced4ddcb4097134ff3c332f>
    <_Flow_SignoffStatus xmlns="2075b702-f05c-4fb5-9a48-1992b53f7e65" xsi:nil="true"/>
    <imagem xmlns="2075b702-f05c-4fb5-9a48-1992b53f7e65" xsi:nil="true"/>
  </documentManagement>
</p:properties>
</file>

<file path=customXml/itemProps1.xml><?xml version="1.0" encoding="utf-8"?>
<ds:datastoreItem xmlns:ds="http://schemas.openxmlformats.org/officeDocument/2006/customXml" ds:itemID="{12A92446-0F89-4EA0-BF83-08D4E6A12F50}">
  <ds:schemaRefs>
    <ds:schemaRef ds:uri="2075b702-f05c-4fb5-9a48-1992b53f7e65"/>
    <ds:schemaRef ds:uri="4ab24397-5d1a-4efd-81cf-80e149f18c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F947CF-1D46-4C76-941F-D62C230C66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7EE08F-2DE6-4EB1-84EA-58371E2D5F5C}">
  <ds:schemaRefs>
    <ds:schemaRef ds:uri="http://purl.org/dc/elements/1.1/"/>
    <ds:schemaRef ds:uri="http://purl.org/dc/terms/"/>
    <ds:schemaRef ds:uri="4ab24397-5d1a-4efd-81cf-80e149f18ce9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2075b702-f05c-4fb5-9a48-1992b53f7e6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253</Words>
  <Application>Microsoft Office PowerPoint</Application>
  <PresentationFormat>Apresentação na tela (4:3)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RAPHAEL ROSA DA CONCEICAO</dc:creator>
  <cp:lastModifiedBy>Altec</cp:lastModifiedBy>
  <cp:revision>279</cp:revision>
  <dcterms:modified xsi:type="dcterms:W3CDTF">2026-05-27T12:03:35Z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0x01010022FA96D8FC6D024685F83B0B308EF6B7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</Properties>
</file>