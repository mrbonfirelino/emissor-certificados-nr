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1" r:id="rId2"/>
  </p:sldIdLst>
  <p:sldSz cx="9144000" cy="6858000" type="screen4x3"/>
  <p:notesSz cx="6797675" cy="992663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3A3FC2-7D34-4F62-B8E7-D5DF2925645F}" v="85" dt="2023-06-07T16:57:46.742"/>
    <p1510:client id="{348265B2-BE67-412A-800A-8AA6D3F2411D}" v="52" dt="2023-07-24T17:28:55.094"/>
    <p1510:client id="{3A758455-17DE-4D2F-9C30-343C19CCFE0B}" v="29" dt="2023-06-10T11:20:36.092"/>
    <p1510:client id="{4DC21056-5668-4E97-A355-876D445AFD69}" v="43" dt="2023-05-31T16:43:53.706"/>
    <p1510:client id="{59C4EFCF-4697-4BF4-819F-3FBAC77259FC}" v="160" dt="2023-07-26T11:52:04.416"/>
    <p1510:client id="{723631B7-54B7-4882-B78A-EC605D2C8C48}" v="53" dt="2023-07-18T18:52:28.522"/>
    <p1510:client id="{743D5942-8164-44BC-8850-34FCDB938291}" v="29" dt="2023-05-16T16:26:27.507"/>
    <p1510:client id="{7E9E8F10-00D4-45B6-B9C0-DC1BED1649FD}" v="56" dt="2023-08-08T19:46:38.544"/>
    <p1510:client id="{83D98327-2761-4836-ABD4-1681B5A9C386}" v="50" dt="2023-06-14T18:11:43.689"/>
    <p1510:client id="{85B7271A-5F0E-47E4-B38B-58BECB30A5EC}" v="9" dt="2023-08-22T19:54:19.589"/>
    <p1510:client id="{8DEF9508-664B-452B-A378-6AFFED3DCC95}" v="24" dt="2023-05-08T15:24:24.070"/>
    <p1510:client id="{917C927F-89E9-4A0A-A67A-C97100F1BB49}" v="87" dt="2023-08-31T15:55:34.200"/>
    <p1510:client id="{941235ED-8EBD-4CD7-BCE0-A593198E1272}" v="44" dt="2023-08-28T11:58:10.791"/>
    <p1510:client id="{BDEFFDBC-B427-49FC-83B1-6164B49E653B}" v="105" dt="2023-08-04T16:34:03.132"/>
    <p1510:client id="{CC2B0F76-DF74-4C3A-9C24-EB143529027B}" v="32" dt="2023-07-20T10:37:40.244"/>
    <p1510:client id="{E571D4D8-FBC9-4086-945D-2FFA36C13F9A}" v="25" dt="2023-08-10T15:50:15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45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1C345-438A-4B3C-AC25-48B94D803C0B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BBEE9E-2EFF-4543-93DC-35D1C68B74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616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BBEE9E-2EFF-4543-93DC-35D1C68B74A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2716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809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969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9328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7689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4393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050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702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2692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9089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788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9305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CA480-7BCF-4C59-BED8-37E8E33A14D0}" type="datetimeFigureOut">
              <a:rPr lang="pt-BR" smtClean="0"/>
              <a:t>19/05/2026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003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6456B-D99B-BE32-2EDB-63C3B99B2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76DE0CA-6C6E-2CF0-0185-F003F9231AA9}"/>
              </a:ext>
            </a:extLst>
          </p:cNvPr>
          <p:cNvSpPr/>
          <p:nvPr/>
        </p:nvSpPr>
        <p:spPr>
          <a:xfrm>
            <a:off x="784890" y="381546"/>
            <a:ext cx="1800000" cy="28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Tel</a:t>
            </a:r>
            <a:r>
              <a:rPr lang="pt-BR" dirty="0"/>
              <a:t>: 22 98165-9716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E76DE0CA-6C6E-2CF0-0185-F003F9231AA9}"/>
              </a:ext>
            </a:extLst>
          </p:cNvPr>
          <p:cNvSpPr/>
          <p:nvPr/>
        </p:nvSpPr>
        <p:spPr>
          <a:xfrm>
            <a:off x="2680769" y="381546"/>
            <a:ext cx="1800000" cy="28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1"/>
              </a:solidFill>
            </a:endParaRPr>
          </a:p>
          <a:p>
            <a:pPr algn="ctr"/>
            <a:r>
              <a:rPr lang="pt-BR" dirty="0" smtClean="0"/>
              <a:t>9716</a:t>
            </a:r>
            <a:endParaRPr lang="pt-BR" dirty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E76DE0CA-6C6E-2CF0-0185-F003F9231AA9}"/>
              </a:ext>
            </a:extLst>
          </p:cNvPr>
          <p:cNvSpPr/>
          <p:nvPr/>
        </p:nvSpPr>
        <p:spPr>
          <a:xfrm>
            <a:off x="4576559" y="399542"/>
            <a:ext cx="1800000" cy="28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E76DE0CA-6C6E-2CF0-0185-F003F9231AA9}"/>
              </a:ext>
            </a:extLst>
          </p:cNvPr>
          <p:cNvSpPr/>
          <p:nvPr/>
        </p:nvSpPr>
        <p:spPr>
          <a:xfrm>
            <a:off x="6480126" y="427435"/>
            <a:ext cx="1800000" cy="28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Tel</a:t>
            </a:r>
            <a:r>
              <a:rPr lang="pt-BR" dirty="0"/>
              <a:t>: 22 98158-6650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E76DE0CA-6C6E-2CF0-0185-F003F9231AA9}"/>
              </a:ext>
            </a:extLst>
          </p:cNvPr>
          <p:cNvSpPr/>
          <p:nvPr/>
        </p:nvSpPr>
        <p:spPr>
          <a:xfrm>
            <a:off x="2680769" y="3494318"/>
            <a:ext cx="1800000" cy="28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E76DE0CA-6C6E-2CF0-0185-F003F9231AA9}"/>
              </a:ext>
            </a:extLst>
          </p:cNvPr>
          <p:cNvSpPr/>
          <p:nvPr/>
        </p:nvSpPr>
        <p:spPr>
          <a:xfrm>
            <a:off x="4605962" y="3494318"/>
            <a:ext cx="1800000" cy="28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E76DE0CA-6C6E-2CF0-0185-F003F9231AA9}"/>
              </a:ext>
            </a:extLst>
          </p:cNvPr>
          <p:cNvSpPr/>
          <p:nvPr/>
        </p:nvSpPr>
        <p:spPr>
          <a:xfrm>
            <a:off x="6493776" y="3494318"/>
            <a:ext cx="1800000" cy="28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532" y="483097"/>
            <a:ext cx="330044" cy="324000"/>
          </a:xfrm>
          <a:prstGeom prst="rect">
            <a:avLst/>
          </a:prstGeom>
        </p:spPr>
      </p:pic>
      <p:pic>
        <p:nvPicPr>
          <p:cNvPr id="38" name="Imagem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393" y="514403"/>
            <a:ext cx="330044" cy="324000"/>
          </a:xfrm>
          <a:prstGeom prst="rect">
            <a:avLst/>
          </a:prstGeom>
        </p:spPr>
      </p:pic>
      <p:pic>
        <p:nvPicPr>
          <p:cNvPr id="39" name="Imagem 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4004" y="510592"/>
            <a:ext cx="330044" cy="324000"/>
          </a:xfrm>
          <a:prstGeom prst="rect">
            <a:avLst/>
          </a:prstGeom>
        </p:spPr>
      </p:pic>
      <p:pic>
        <p:nvPicPr>
          <p:cNvPr id="40" name="Imagem 3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853" y="510592"/>
            <a:ext cx="330044" cy="324000"/>
          </a:xfrm>
          <a:prstGeom prst="rect">
            <a:avLst/>
          </a:prstGeom>
        </p:spPr>
      </p:pic>
      <p:pic>
        <p:nvPicPr>
          <p:cNvPr id="42" name="Imagem 4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502" y="3588716"/>
            <a:ext cx="330044" cy="324000"/>
          </a:xfrm>
          <a:prstGeom prst="rect">
            <a:avLst/>
          </a:prstGeom>
        </p:spPr>
      </p:pic>
      <p:pic>
        <p:nvPicPr>
          <p:cNvPr id="43" name="Imagem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4004" y="3605203"/>
            <a:ext cx="330044" cy="324000"/>
          </a:xfrm>
          <a:prstGeom prst="rect">
            <a:avLst/>
          </a:prstGeom>
        </p:spPr>
      </p:pic>
      <p:pic>
        <p:nvPicPr>
          <p:cNvPr id="44" name="Imagem 4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105" y="3605497"/>
            <a:ext cx="330044" cy="324000"/>
          </a:xfrm>
          <a:prstGeom prst="rect">
            <a:avLst/>
          </a:prstGeom>
        </p:spPr>
      </p:pic>
      <p:pic>
        <p:nvPicPr>
          <p:cNvPr id="45" name="Imagem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576" y="542803"/>
            <a:ext cx="837000" cy="324000"/>
          </a:xfrm>
          <a:prstGeom prst="rect">
            <a:avLst/>
          </a:prstGeom>
        </p:spPr>
      </p:pic>
      <p:pic>
        <p:nvPicPr>
          <p:cNvPr id="46" name="Imagem 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769" y="513590"/>
            <a:ext cx="837000" cy="324000"/>
          </a:xfrm>
          <a:prstGeom prst="rect">
            <a:avLst/>
          </a:prstGeom>
        </p:spPr>
      </p:pic>
      <p:pic>
        <p:nvPicPr>
          <p:cNvPr id="47" name="Imagem 4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251" y="522765"/>
            <a:ext cx="837000" cy="324000"/>
          </a:xfrm>
          <a:prstGeom prst="rect">
            <a:avLst/>
          </a:prstGeom>
        </p:spPr>
      </p:pic>
      <p:pic>
        <p:nvPicPr>
          <p:cNvPr id="48" name="Imagem 4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776" y="542803"/>
            <a:ext cx="837000" cy="324000"/>
          </a:xfrm>
          <a:prstGeom prst="rect">
            <a:avLst/>
          </a:prstGeom>
        </p:spPr>
      </p:pic>
      <p:pic>
        <p:nvPicPr>
          <p:cNvPr id="50" name="Imagem 4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772" y="3542978"/>
            <a:ext cx="837000" cy="324000"/>
          </a:xfrm>
          <a:prstGeom prst="rect">
            <a:avLst/>
          </a:prstGeom>
        </p:spPr>
      </p:pic>
      <p:pic>
        <p:nvPicPr>
          <p:cNvPr id="51" name="Imagem 5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962" y="3597691"/>
            <a:ext cx="837000" cy="324000"/>
          </a:xfrm>
          <a:prstGeom prst="rect">
            <a:avLst/>
          </a:prstGeom>
        </p:spPr>
      </p:pic>
      <p:pic>
        <p:nvPicPr>
          <p:cNvPr id="52" name="Imagem 5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776" y="3605203"/>
            <a:ext cx="837000" cy="324000"/>
          </a:xfrm>
          <a:prstGeom prst="rect">
            <a:avLst/>
          </a:prstGeom>
        </p:spPr>
      </p:pic>
      <p:cxnSp>
        <p:nvCxnSpPr>
          <p:cNvPr id="61" name="Conector reto 60"/>
          <p:cNvCxnSpPr/>
          <p:nvPr/>
        </p:nvCxnSpPr>
        <p:spPr>
          <a:xfrm>
            <a:off x="784975" y="1830240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/>
          <p:cNvCxnSpPr/>
          <p:nvPr/>
        </p:nvCxnSpPr>
        <p:spPr>
          <a:xfrm>
            <a:off x="784890" y="2519055"/>
            <a:ext cx="177238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/>
          <p:cNvCxnSpPr/>
          <p:nvPr/>
        </p:nvCxnSpPr>
        <p:spPr>
          <a:xfrm>
            <a:off x="2666028" y="1839542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/>
          <p:nvPr/>
        </p:nvCxnSpPr>
        <p:spPr>
          <a:xfrm>
            <a:off x="2708387" y="2540195"/>
            <a:ext cx="177238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>
            <a:off x="4547165" y="2555853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/>
          <p:nvPr/>
        </p:nvCxnSpPr>
        <p:spPr>
          <a:xfrm>
            <a:off x="4547165" y="1839542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/>
          <p:cNvCxnSpPr/>
          <p:nvPr/>
        </p:nvCxnSpPr>
        <p:spPr>
          <a:xfrm>
            <a:off x="6493776" y="2555853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/>
          <p:nvPr/>
        </p:nvCxnSpPr>
        <p:spPr>
          <a:xfrm>
            <a:off x="6493776" y="1839542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tângulo 79">
            <a:extLst>
              <a:ext uri="{FF2B5EF4-FFF2-40B4-BE49-F238E27FC236}">
                <a16:creationId xmlns:a16="http://schemas.microsoft.com/office/drawing/2014/main" id="{E76DE0CA-6C6E-2CF0-0185-F003F9231AA9}"/>
              </a:ext>
            </a:extLst>
          </p:cNvPr>
          <p:cNvSpPr/>
          <p:nvPr/>
        </p:nvSpPr>
        <p:spPr>
          <a:xfrm>
            <a:off x="755576" y="3483721"/>
            <a:ext cx="1800000" cy="288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b="1" dirty="0" smtClean="0">
              <a:solidFill>
                <a:schemeClr val="tx1"/>
              </a:solidFill>
            </a:endParaRPr>
          </a:p>
          <a:p>
            <a:pPr algn="ctr"/>
            <a:endParaRPr lang="pt-BR" sz="1200" b="1" dirty="0">
              <a:solidFill>
                <a:schemeClr val="tx1"/>
              </a:solidFill>
            </a:endParaRPr>
          </a:p>
          <a:p>
            <a:pPr algn="ctr"/>
            <a:endParaRPr lang="pt-BR" sz="1200" b="1" dirty="0" smtClean="0">
              <a:solidFill>
                <a:schemeClr val="tx1"/>
              </a:solidFill>
            </a:endParaRPr>
          </a:p>
          <a:p>
            <a:pPr algn="ctr"/>
            <a:endParaRPr lang="pt-BR" sz="1200" b="1" dirty="0">
              <a:solidFill>
                <a:schemeClr val="tx1"/>
              </a:solidFill>
            </a:endParaRPr>
          </a:p>
          <a:p>
            <a:pPr algn="ctr"/>
            <a:endParaRPr lang="pt-BR" sz="1200" b="1" dirty="0" smtClean="0">
              <a:solidFill>
                <a:schemeClr val="tx1"/>
              </a:solidFill>
            </a:endParaRPr>
          </a:p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81" name="Imagem 8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372" y="3577742"/>
            <a:ext cx="330044" cy="324000"/>
          </a:xfrm>
          <a:prstGeom prst="rect">
            <a:avLst/>
          </a:prstGeom>
        </p:spPr>
      </p:pic>
      <p:pic>
        <p:nvPicPr>
          <p:cNvPr id="82" name="Imagem 8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053" y="3588716"/>
            <a:ext cx="837000" cy="324000"/>
          </a:xfrm>
          <a:prstGeom prst="rect">
            <a:avLst/>
          </a:prstGeom>
        </p:spPr>
      </p:pic>
      <p:sp>
        <p:nvSpPr>
          <p:cNvPr id="2057" name="Retângulo 2056"/>
          <p:cNvSpPr/>
          <p:nvPr/>
        </p:nvSpPr>
        <p:spPr>
          <a:xfrm>
            <a:off x="2624745" y="4919609"/>
            <a:ext cx="19295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MANUTENÇÃO EM </a:t>
            </a:r>
            <a:r>
              <a:rPr lang="pt-BR" sz="1200" b="1" dirty="0" smtClean="0"/>
              <a:t>EQUIPAMENTO</a:t>
            </a:r>
          </a:p>
          <a:p>
            <a:pPr algn="ctr"/>
            <a:r>
              <a:rPr lang="pt-BR" sz="1200" b="1" dirty="0" smtClean="0"/>
              <a:t> </a:t>
            </a:r>
            <a:r>
              <a:rPr lang="pt-BR" sz="1200" b="1" dirty="0"/>
              <a:t>NÃO </a:t>
            </a:r>
            <a:r>
              <a:rPr lang="pt-BR" sz="1200" b="1" dirty="0" smtClean="0"/>
              <a:t>LIGUE</a:t>
            </a:r>
            <a:endParaRPr lang="pt-BR" sz="1200" b="1" dirty="0"/>
          </a:p>
        </p:txBody>
      </p:sp>
      <p:cxnSp>
        <p:nvCxnSpPr>
          <p:cNvPr id="94" name="Conector reto 93"/>
          <p:cNvCxnSpPr/>
          <p:nvPr/>
        </p:nvCxnSpPr>
        <p:spPr>
          <a:xfrm>
            <a:off x="746288" y="4851226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to 94"/>
          <p:cNvCxnSpPr/>
          <p:nvPr/>
        </p:nvCxnSpPr>
        <p:spPr>
          <a:xfrm>
            <a:off x="4576559" y="5555617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to 95"/>
          <p:cNvCxnSpPr/>
          <p:nvPr/>
        </p:nvCxnSpPr>
        <p:spPr>
          <a:xfrm>
            <a:off x="2680769" y="4851226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to 96"/>
          <p:cNvCxnSpPr/>
          <p:nvPr/>
        </p:nvCxnSpPr>
        <p:spPr>
          <a:xfrm>
            <a:off x="4615336" y="4838102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to 97"/>
          <p:cNvCxnSpPr/>
          <p:nvPr/>
        </p:nvCxnSpPr>
        <p:spPr>
          <a:xfrm>
            <a:off x="2666028" y="5600911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to 98"/>
          <p:cNvCxnSpPr/>
          <p:nvPr/>
        </p:nvCxnSpPr>
        <p:spPr>
          <a:xfrm>
            <a:off x="766809" y="5600911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to 99"/>
          <p:cNvCxnSpPr/>
          <p:nvPr/>
        </p:nvCxnSpPr>
        <p:spPr>
          <a:xfrm>
            <a:off x="6493776" y="5591710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to 100"/>
          <p:cNvCxnSpPr/>
          <p:nvPr/>
        </p:nvCxnSpPr>
        <p:spPr>
          <a:xfrm>
            <a:off x="6480126" y="4851226"/>
            <a:ext cx="180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ângulo 3"/>
          <p:cNvSpPr/>
          <p:nvPr/>
        </p:nvSpPr>
        <p:spPr>
          <a:xfrm>
            <a:off x="763090" y="2511706"/>
            <a:ext cx="19240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 smtClean="0"/>
              <a:t>ALEXANDRO </a:t>
            </a:r>
            <a:r>
              <a:rPr lang="pt-BR" sz="1200" dirty="0"/>
              <a:t>DE </a:t>
            </a:r>
            <a:r>
              <a:rPr lang="pt-BR" sz="1200" dirty="0" smtClean="0"/>
              <a:t>S. </a:t>
            </a:r>
            <a:r>
              <a:rPr lang="pt-BR" sz="1200" dirty="0"/>
              <a:t>AMORIM</a:t>
            </a:r>
          </a:p>
        </p:txBody>
      </p:sp>
      <p:sp>
        <p:nvSpPr>
          <p:cNvPr id="90" name="Retângulo 89"/>
          <p:cNvSpPr/>
          <p:nvPr/>
        </p:nvSpPr>
        <p:spPr>
          <a:xfrm>
            <a:off x="2944849" y="2516043"/>
            <a:ext cx="10619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 smtClean="0"/>
              <a:t>DAVID XAVIER</a:t>
            </a:r>
            <a:endParaRPr lang="pt-BR" sz="1200" dirty="0"/>
          </a:p>
        </p:txBody>
      </p:sp>
      <p:sp>
        <p:nvSpPr>
          <p:cNvPr id="5" name="Retângulo 4"/>
          <p:cNvSpPr/>
          <p:nvPr/>
        </p:nvSpPr>
        <p:spPr>
          <a:xfrm>
            <a:off x="767474" y="2690600"/>
            <a:ext cx="18086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 smtClean="0"/>
              <a:t>MONTADOR DE ANDAIME</a:t>
            </a:r>
            <a:endParaRPr lang="pt-BR" sz="1200" dirty="0"/>
          </a:p>
        </p:txBody>
      </p:sp>
      <p:sp>
        <p:nvSpPr>
          <p:cNvPr id="91" name="Retângulo 90"/>
          <p:cNvSpPr/>
          <p:nvPr/>
        </p:nvSpPr>
        <p:spPr>
          <a:xfrm>
            <a:off x="4678838" y="2690600"/>
            <a:ext cx="150996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 smtClean="0"/>
              <a:t>ENC. </a:t>
            </a:r>
            <a:r>
              <a:rPr lang="pt-BR" sz="1200" dirty="0"/>
              <a:t>DE MONTAGEM</a:t>
            </a:r>
          </a:p>
        </p:txBody>
      </p:sp>
      <p:sp>
        <p:nvSpPr>
          <p:cNvPr id="92" name="Retângulo 91"/>
          <p:cNvSpPr/>
          <p:nvPr/>
        </p:nvSpPr>
        <p:spPr>
          <a:xfrm>
            <a:off x="2711795" y="2693543"/>
            <a:ext cx="18086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 smtClean="0"/>
              <a:t>MONTADOR DE ANDAIME</a:t>
            </a:r>
            <a:endParaRPr lang="pt-BR" sz="1200" dirty="0"/>
          </a:p>
        </p:txBody>
      </p:sp>
      <p:sp>
        <p:nvSpPr>
          <p:cNvPr id="6" name="Retângulo 5"/>
          <p:cNvSpPr/>
          <p:nvPr/>
        </p:nvSpPr>
        <p:spPr>
          <a:xfrm>
            <a:off x="966009" y="2890530"/>
            <a:ext cx="14165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 err="1"/>
              <a:t>Tel</a:t>
            </a:r>
            <a:r>
              <a:rPr lang="pt-BR" sz="1200" dirty="0"/>
              <a:t>: </a:t>
            </a:r>
            <a:r>
              <a:rPr lang="pt-BR" sz="1200" dirty="0" smtClean="0"/>
              <a:t>21 97408 -3910</a:t>
            </a:r>
            <a:endParaRPr lang="pt-BR" sz="1200" dirty="0"/>
          </a:p>
        </p:txBody>
      </p:sp>
      <p:sp>
        <p:nvSpPr>
          <p:cNvPr id="102" name="Retângulo 101"/>
          <p:cNvSpPr/>
          <p:nvPr/>
        </p:nvSpPr>
        <p:spPr>
          <a:xfrm>
            <a:off x="2825296" y="2895518"/>
            <a:ext cx="14165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 err="1"/>
              <a:t>Tel</a:t>
            </a:r>
            <a:r>
              <a:rPr lang="pt-BR" sz="1200" dirty="0"/>
              <a:t>: </a:t>
            </a:r>
            <a:r>
              <a:rPr lang="pt-BR" sz="1200" dirty="0" smtClean="0"/>
              <a:t>21 98984 -8807</a:t>
            </a:r>
            <a:endParaRPr lang="pt-BR" sz="1200" dirty="0"/>
          </a:p>
        </p:txBody>
      </p:sp>
      <p:sp>
        <p:nvSpPr>
          <p:cNvPr id="103" name="Retângulo 102"/>
          <p:cNvSpPr/>
          <p:nvPr/>
        </p:nvSpPr>
        <p:spPr>
          <a:xfrm>
            <a:off x="4704004" y="2899444"/>
            <a:ext cx="14053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 err="1"/>
              <a:t>Tel</a:t>
            </a:r>
            <a:r>
              <a:rPr lang="pt-BR" sz="1200" dirty="0"/>
              <a:t>: </a:t>
            </a:r>
            <a:r>
              <a:rPr lang="pt-BR" sz="1200" dirty="0" smtClean="0"/>
              <a:t>21 96983 2550 </a:t>
            </a:r>
            <a:endParaRPr lang="pt-BR" sz="1200" dirty="0"/>
          </a:p>
        </p:txBody>
      </p:sp>
      <p:sp>
        <p:nvSpPr>
          <p:cNvPr id="8" name="Retângulo 7"/>
          <p:cNvSpPr/>
          <p:nvPr/>
        </p:nvSpPr>
        <p:spPr>
          <a:xfrm>
            <a:off x="6455746" y="2758644"/>
            <a:ext cx="17977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/>
              <a:t>AJUDANTE DE SOLDADOR</a:t>
            </a:r>
          </a:p>
        </p:txBody>
      </p:sp>
      <p:sp>
        <p:nvSpPr>
          <p:cNvPr id="9" name="Retângulo 8"/>
          <p:cNvSpPr/>
          <p:nvPr/>
        </p:nvSpPr>
        <p:spPr>
          <a:xfrm>
            <a:off x="6675086" y="2913611"/>
            <a:ext cx="14165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 err="1"/>
              <a:t>Tel</a:t>
            </a:r>
            <a:r>
              <a:rPr lang="pt-BR" sz="1200" dirty="0"/>
              <a:t>:  22 98157-2177</a:t>
            </a:r>
          </a:p>
        </p:txBody>
      </p:sp>
      <p:sp>
        <p:nvSpPr>
          <p:cNvPr id="10" name="Retângulo 9"/>
          <p:cNvSpPr/>
          <p:nvPr/>
        </p:nvSpPr>
        <p:spPr>
          <a:xfrm>
            <a:off x="717506" y="5618422"/>
            <a:ext cx="18982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 smtClean="0"/>
              <a:t>ALEXANDRE DE S. AMORIM</a:t>
            </a:r>
            <a:endParaRPr lang="pt-BR" sz="1200" dirty="0"/>
          </a:p>
        </p:txBody>
      </p:sp>
      <p:sp>
        <p:nvSpPr>
          <p:cNvPr id="11" name="Retângulo 10"/>
          <p:cNvSpPr/>
          <p:nvPr/>
        </p:nvSpPr>
        <p:spPr>
          <a:xfrm>
            <a:off x="765228" y="5840035"/>
            <a:ext cx="18086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/>
              <a:t>MONTADOR DE ANDAIME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994252" y="6059029"/>
            <a:ext cx="13812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 err="1"/>
              <a:t>Tel</a:t>
            </a:r>
            <a:r>
              <a:rPr lang="pt-BR" sz="1200" dirty="0"/>
              <a:t>: 22 98102-5905</a:t>
            </a:r>
          </a:p>
        </p:txBody>
      </p:sp>
      <p:sp>
        <p:nvSpPr>
          <p:cNvPr id="73" name="Retângulo 72"/>
          <p:cNvSpPr/>
          <p:nvPr/>
        </p:nvSpPr>
        <p:spPr>
          <a:xfrm>
            <a:off x="3035049" y="5624336"/>
            <a:ext cx="10619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 smtClean="0"/>
              <a:t>DAVID XAVIER</a:t>
            </a:r>
            <a:endParaRPr lang="pt-BR" sz="1200" dirty="0"/>
          </a:p>
        </p:txBody>
      </p:sp>
      <p:sp>
        <p:nvSpPr>
          <p:cNvPr id="74" name="Retângulo 73"/>
          <p:cNvSpPr/>
          <p:nvPr/>
        </p:nvSpPr>
        <p:spPr>
          <a:xfrm>
            <a:off x="2672132" y="5825202"/>
            <a:ext cx="18086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 smtClean="0"/>
              <a:t>MONTADOR DE ANDAIME</a:t>
            </a:r>
            <a:endParaRPr lang="pt-BR" sz="1200" dirty="0"/>
          </a:p>
        </p:txBody>
      </p:sp>
      <p:sp>
        <p:nvSpPr>
          <p:cNvPr id="75" name="Retângulo 74"/>
          <p:cNvSpPr/>
          <p:nvPr/>
        </p:nvSpPr>
        <p:spPr>
          <a:xfrm>
            <a:off x="2859182" y="6027540"/>
            <a:ext cx="13812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 err="1"/>
              <a:t>Tel</a:t>
            </a:r>
            <a:r>
              <a:rPr lang="pt-BR" sz="1200" dirty="0"/>
              <a:t>: 22 98102-5905</a:t>
            </a:r>
          </a:p>
        </p:txBody>
      </p:sp>
      <p:sp>
        <p:nvSpPr>
          <p:cNvPr id="89" name="Retângulo 88"/>
          <p:cNvSpPr/>
          <p:nvPr/>
        </p:nvSpPr>
        <p:spPr>
          <a:xfrm>
            <a:off x="4591842" y="1870562"/>
            <a:ext cx="19295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MANUTENÇÃO EM </a:t>
            </a:r>
            <a:r>
              <a:rPr lang="pt-BR" sz="1200" b="1" dirty="0" smtClean="0"/>
              <a:t>EQUIPAMENTO</a:t>
            </a:r>
          </a:p>
          <a:p>
            <a:pPr algn="ctr"/>
            <a:r>
              <a:rPr lang="pt-BR" sz="1200" b="1" dirty="0" smtClean="0"/>
              <a:t> </a:t>
            </a:r>
            <a:r>
              <a:rPr lang="pt-BR" sz="1200" b="1" dirty="0"/>
              <a:t>NÃO </a:t>
            </a:r>
            <a:r>
              <a:rPr lang="pt-BR" sz="1200" b="1" dirty="0" smtClean="0"/>
              <a:t>LIGUE</a:t>
            </a:r>
            <a:endParaRPr lang="pt-BR" sz="1200" b="1" dirty="0"/>
          </a:p>
        </p:txBody>
      </p:sp>
      <p:sp>
        <p:nvSpPr>
          <p:cNvPr id="93" name="Retângulo 92"/>
          <p:cNvSpPr/>
          <p:nvPr/>
        </p:nvSpPr>
        <p:spPr>
          <a:xfrm>
            <a:off x="703250" y="4943364"/>
            <a:ext cx="19295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MANUTENÇÃO EM </a:t>
            </a:r>
            <a:r>
              <a:rPr lang="pt-BR" sz="1200" b="1" dirty="0" smtClean="0"/>
              <a:t>EQUIPAMENTO</a:t>
            </a:r>
          </a:p>
          <a:p>
            <a:pPr algn="ctr"/>
            <a:r>
              <a:rPr lang="pt-BR" sz="1200" b="1" dirty="0" smtClean="0"/>
              <a:t> </a:t>
            </a:r>
            <a:r>
              <a:rPr lang="pt-BR" sz="1200" b="1" dirty="0"/>
              <a:t>NÃO </a:t>
            </a:r>
            <a:r>
              <a:rPr lang="pt-BR" sz="1200" b="1" dirty="0" smtClean="0"/>
              <a:t>LIGUE</a:t>
            </a:r>
            <a:endParaRPr lang="pt-BR" sz="1200" b="1" dirty="0"/>
          </a:p>
        </p:txBody>
      </p:sp>
      <p:sp>
        <p:nvSpPr>
          <p:cNvPr id="105" name="Retângulo 104"/>
          <p:cNvSpPr/>
          <p:nvPr/>
        </p:nvSpPr>
        <p:spPr>
          <a:xfrm>
            <a:off x="2696162" y="1880649"/>
            <a:ext cx="19295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MANUTENÇÃO EM </a:t>
            </a:r>
            <a:r>
              <a:rPr lang="pt-BR" sz="1200" b="1" dirty="0" smtClean="0"/>
              <a:t>EQUIPAMENTO</a:t>
            </a:r>
          </a:p>
          <a:p>
            <a:pPr algn="ctr"/>
            <a:r>
              <a:rPr lang="pt-BR" sz="1200" b="1" dirty="0" smtClean="0"/>
              <a:t> </a:t>
            </a:r>
            <a:r>
              <a:rPr lang="pt-BR" sz="1200" b="1" dirty="0"/>
              <a:t>NÃO </a:t>
            </a:r>
            <a:r>
              <a:rPr lang="pt-BR" sz="1200" b="1" dirty="0" smtClean="0"/>
              <a:t>LIGUE</a:t>
            </a:r>
            <a:endParaRPr lang="pt-BR" sz="1200" b="1" dirty="0"/>
          </a:p>
        </p:txBody>
      </p:sp>
      <p:sp>
        <p:nvSpPr>
          <p:cNvPr id="106" name="Retângulo 105"/>
          <p:cNvSpPr/>
          <p:nvPr/>
        </p:nvSpPr>
        <p:spPr>
          <a:xfrm>
            <a:off x="6315458" y="1900545"/>
            <a:ext cx="19295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MANUTENÇÃO EM </a:t>
            </a:r>
            <a:r>
              <a:rPr lang="pt-BR" sz="1200" b="1" dirty="0" smtClean="0"/>
              <a:t>EQUIPAMENTO</a:t>
            </a:r>
          </a:p>
          <a:p>
            <a:pPr algn="ctr"/>
            <a:r>
              <a:rPr lang="pt-BR" sz="1200" b="1" dirty="0" smtClean="0"/>
              <a:t> </a:t>
            </a:r>
            <a:r>
              <a:rPr lang="pt-BR" sz="1200" b="1" dirty="0"/>
              <a:t>NÃO </a:t>
            </a:r>
            <a:r>
              <a:rPr lang="pt-BR" sz="1200" b="1" dirty="0" smtClean="0"/>
              <a:t>LIGUE</a:t>
            </a:r>
            <a:endParaRPr lang="pt-BR" sz="1200" b="1" dirty="0"/>
          </a:p>
        </p:txBody>
      </p:sp>
      <p:sp>
        <p:nvSpPr>
          <p:cNvPr id="107" name="Retângulo 106"/>
          <p:cNvSpPr/>
          <p:nvPr/>
        </p:nvSpPr>
        <p:spPr>
          <a:xfrm>
            <a:off x="703250" y="1876144"/>
            <a:ext cx="19295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MANUTENÇÃO EM </a:t>
            </a:r>
            <a:r>
              <a:rPr lang="pt-BR" sz="1200" b="1" dirty="0" smtClean="0"/>
              <a:t>EQUIPAMENTO</a:t>
            </a:r>
          </a:p>
          <a:p>
            <a:pPr algn="ctr"/>
            <a:r>
              <a:rPr lang="pt-BR" sz="1200" b="1" dirty="0" smtClean="0"/>
              <a:t> </a:t>
            </a:r>
            <a:r>
              <a:rPr lang="pt-BR" sz="1200" b="1" dirty="0"/>
              <a:t>NÃO </a:t>
            </a:r>
            <a:r>
              <a:rPr lang="pt-BR" sz="1200" b="1" dirty="0" smtClean="0"/>
              <a:t>LIGUE</a:t>
            </a:r>
            <a:endParaRPr lang="pt-BR" sz="1200" b="1" dirty="0"/>
          </a:p>
        </p:txBody>
      </p:sp>
      <p:sp>
        <p:nvSpPr>
          <p:cNvPr id="108" name="Retângulo 107"/>
          <p:cNvSpPr/>
          <p:nvPr/>
        </p:nvSpPr>
        <p:spPr>
          <a:xfrm>
            <a:off x="4642576" y="2540195"/>
            <a:ext cx="155504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 smtClean="0"/>
              <a:t>SIDNEY DOS S. MELLO</a:t>
            </a:r>
            <a:endParaRPr lang="pt-BR" sz="1200" dirty="0"/>
          </a:p>
        </p:txBody>
      </p:sp>
      <p:sp>
        <p:nvSpPr>
          <p:cNvPr id="15" name="Retângulo 14"/>
          <p:cNvSpPr/>
          <p:nvPr/>
        </p:nvSpPr>
        <p:spPr>
          <a:xfrm>
            <a:off x="6521422" y="2567070"/>
            <a:ext cx="168860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/>
              <a:t>PHILIPE DOS </a:t>
            </a:r>
            <a:r>
              <a:rPr lang="pt-BR" sz="1200" dirty="0" smtClean="0"/>
              <a:t>S. </a:t>
            </a:r>
            <a:r>
              <a:rPr lang="pt-BR" sz="1200" dirty="0"/>
              <a:t>DA SILVA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4514593" y="4919126"/>
            <a:ext cx="18110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MANUTENÇÃO EM EQUIPAMENTO</a:t>
            </a:r>
          </a:p>
          <a:p>
            <a:pPr algn="ctr"/>
            <a:r>
              <a:rPr lang="pt-BR" sz="1200" b="1" dirty="0"/>
              <a:t> NÃO LIGUE</a:t>
            </a:r>
          </a:p>
        </p:txBody>
      </p:sp>
      <p:sp>
        <p:nvSpPr>
          <p:cNvPr id="109" name="Retângulo 108"/>
          <p:cNvSpPr/>
          <p:nvPr/>
        </p:nvSpPr>
        <p:spPr>
          <a:xfrm>
            <a:off x="6450792" y="4937546"/>
            <a:ext cx="18110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MANUTENÇÃO EM EQUIPAMENTO</a:t>
            </a:r>
          </a:p>
          <a:p>
            <a:pPr algn="ctr"/>
            <a:r>
              <a:rPr lang="pt-BR" sz="1200" b="1" dirty="0"/>
              <a:t> NÃO LIGUE</a:t>
            </a:r>
          </a:p>
        </p:txBody>
      </p:sp>
      <p:sp>
        <p:nvSpPr>
          <p:cNvPr id="111" name="Retângulo 110"/>
          <p:cNvSpPr/>
          <p:nvPr/>
        </p:nvSpPr>
        <p:spPr>
          <a:xfrm>
            <a:off x="4705902" y="5553083"/>
            <a:ext cx="155504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 smtClean="0"/>
              <a:t>SIDNEY DOS S. MELLO</a:t>
            </a:r>
            <a:endParaRPr lang="pt-BR" sz="1200" dirty="0"/>
          </a:p>
        </p:txBody>
      </p:sp>
      <p:sp>
        <p:nvSpPr>
          <p:cNvPr id="112" name="Retângulo 111"/>
          <p:cNvSpPr/>
          <p:nvPr/>
        </p:nvSpPr>
        <p:spPr>
          <a:xfrm>
            <a:off x="4687652" y="5796283"/>
            <a:ext cx="150996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 smtClean="0"/>
              <a:t>ENC. </a:t>
            </a:r>
            <a:r>
              <a:rPr lang="pt-BR" sz="1200" dirty="0"/>
              <a:t>DE MONTAGEM</a:t>
            </a:r>
          </a:p>
        </p:txBody>
      </p:sp>
      <p:sp>
        <p:nvSpPr>
          <p:cNvPr id="113" name="Retângulo 112"/>
          <p:cNvSpPr/>
          <p:nvPr/>
        </p:nvSpPr>
        <p:spPr>
          <a:xfrm>
            <a:off x="4739973" y="6015476"/>
            <a:ext cx="14053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 err="1"/>
              <a:t>Tel</a:t>
            </a:r>
            <a:r>
              <a:rPr lang="pt-BR" sz="1200" dirty="0"/>
              <a:t>: </a:t>
            </a:r>
            <a:r>
              <a:rPr lang="pt-BR" sz="1200" dirty="0" smtClean="0"/>
              <a:t>21 96983 2550 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520078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1707</TotalTime>
  <Words>145</Words>
  <Application>Microsoft Office PowerPoint</Application>
  <PresentationFormat>Apresentação na tela (4:3)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do Office</vt:lpstr>
      <vt:lpstr>Apresentação do PowerPoint</vt:lpstr>
    </vt:vector>
  </TitlesOfParts>
  <Company>Grupo Votorantim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Grupo Votorantim</dc:creator>
  <cp:lastModifiedBy>Altec</cp:lastModifiedBy>
  <cp:revision>145</cp:revision>
  <cp:lastPrinted>2025-07-21T11:45:05Z</cp:lastPrinted>
  <dcterms:created xsi:type="dcterms:W3CDTF">2014-01-20T22:33:15Z</dcterms:created>
  <dcterms:modified xsi:type="dcterms:W3CDTF">2026-05-19T16:44:13Z</dcterms:modified>
</cp:coreProperties>
</file>