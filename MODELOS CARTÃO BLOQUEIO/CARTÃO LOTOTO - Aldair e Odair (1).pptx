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9" r:id="rId5"/>
    <p:sldId id="277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71C18-CD93-4D42-B140-B200804BE4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BC706-B786-48AD-82AA-A24A6ACEE4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247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54FC2-B992-6604-8F5F-E3C89C372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73DCDE-0068-240A-75EF-4CD6B8C74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7530FC-2E77-FFD1-C737-7B9BB07A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0DB61B-2D2C-B658-1B5D-862A1B53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B14DFA-CFA6-5950-CDD0-51ED81B31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4720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CD5A9-9A88-6976-0389-B45CB904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FEBCAA-D130-3332-0236-60768D5B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6B1B6F-4F40-D97E-511D-C0BA78DE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111D8B-0274-F9EE-E145-904A5B4B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A22B52-785B-204D-ED4F-160E3CE2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48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574AD-B279-7343-F690-262505D3E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C08896-0E17-D9FE-7DF8-898B24E74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FCF4C-E678-2EC2-0713-C2B0624E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313CB5-47BE-DD46-0B8F-77B661F9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3C6D3C-535F-B192-61E6-D2D72785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150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F4F8C-F75A-EFAD-D525-D0DE9AF1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4C90D9-D99E-052D-DD37-9F3DC4D6D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2E1C10-6FE3-63C2-A48C-9824CD5C6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BA70FF-2BC7-D685-F7FF-47D343289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A13502-624D-3E6A-FC9A-6939D7C1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C02815-F4FC-3540-488D-70C1754B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89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9BA44-3849-CC50-4E29-F429AB32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19369B-971E-64C3-9005-ACE23D446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2449AF-C02E-E3B9-3E1A-FE85E1094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0CD5D7-339D-E897-96FA-92EDD534F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BBE903-26F6-B921-3353-432AEA0E9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6AFFDE1-00AC-3CBC-7AE0-70855FB9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E02BCC2-E173-FC6C-F211-585E4C7B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8BA1615-2108-9E33-74A5-0C70C384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794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F75D8-06B6-555E-553D-2C04F155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3AFB9A-C755-EA95-9E53-4FB6A95F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5FD9507-4220-BA7C-B92D-56780694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ED0A82F-1354-0FD1-5769-E012197F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176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D2C011-C5E1-D960-C047-D29B8F77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FB74158-1C41-9688-A5D7-82142C37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9754B6-ABB4-E75E-AB41-27042722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27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20328-58A7-01E5-4249-D677987C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F3A26C-600F-8581-1417-7DA698E22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C418D3-4366-EB0F-FAE4-6C5C30A42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BD1FD1-B919-8E75-6775-C085CB1F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E928D1-1E18-9967-C016-0008DF6A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2351A9-FB5B-6F86-1E05-406CBF14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31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E5553-2CCC-10EC-C0A2-1B5B9BA8E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4CF0766-E0A7-BD97-CC75-FACC84E57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D3311A-1B20-01C9-ACF5-959B78CBD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F3C632-CD86-C2E3-060E-2D01661B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C05A8A-2472-1368-5447-0C3205D3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7FEC07-7540-C12B-7409-A4D75491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490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CDF32-A442-5882-D0DF-762664E7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5B0356-12FF-BF3E-2AEF-B2447AFB6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45B3E2-DEA7-05A3-A17F-F06DF758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6F2CB5-7CAA-0360-EECB-AAA73783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0B8C67-35D4-DD38-86DA-971E7F48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73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BADD36-C004-FDE1-2FE9-5471FF69F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60871F-014E-CEAC-A56C-7DF2096F2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C5A8C8-2FEE-C52A-12BE-72EF4DB1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A9B77A-AA3F-ADC9-E368-FDD2084D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B886B2-D406-CFC3-B592-56293578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619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1AA996-6E83-83C5-7C49-10F11E3B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8F1F73-64BD-5C9A-E278-6CE9484A9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0B10AA-A669-92F0-A0C1-5D080AEC4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7AD1A-3A11-4204-95EE-BEE2062C26C9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CCCC43-55B0-73B1-9667-9BC71EF9C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EA7CAD-A49E-CE55-AF3D-C24563250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5A622-8CAF-4A53-92F7-DC3BD47E5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65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1609-E553-EA87-3FCC-E5D7C901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E4C12BC-D2CA-0906-C249-F788BEB008BA}"/>
              </a:ext>
            </a:extLst>
          </p:cNvPr>
          <p:cNvGrpSpPr/>
          <p:nvPr/>
        </p:nvGrpSpPr>
        <p:grpSpPr>
          <a:xfrm>
            <a:off x="116969" y="0"/>
            <a:ext cx="7119402" cy="6243145"/>
            <a:chOff x="1961535" y="191729"/>
            <a:chExt cx="6987832" cy="6489290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632656FD-27B2-0291-665E-6FB037F98B10}"/>
                </a:ext>
              </a:extLst>
            </p:cNvPr>
            <p:cNvGrpSpPr/>
            <p:nvPr/>
          </p:nvGrpSpPr>
          <p:grpSpPr>
            <a:xfrm>
              <a:off x="1961535" y="191729"/>
              <a:ext cx="3540631" cy="6489290"/>
              <a:chOff x="1961535" y="191729"/>
              <a:chExt cx="3540631" cy="6489290"/>
            </a:xfrm>
          </p:grpSpPr>
          <p:pic>
            <p:nvPicPr>
              <p:cNvPr id="5" name="Imagem 4" descr="Texto&#10;&#10;Descrição gerada automaticamente com confiança baixa">
                <a:extLst>
                  <a:ext uri="{FF2B5EF4-FFF2-40B4-BE49-F238E27FC236}">
                    <a16:creationId xmlns:a16="http://schemas.microsoft.com/office/drawing/2014/main" id="{D083B0FE-8FEB-E3ED-E1E4-1F8B45B32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87" t="2360" r="72130" b="17747"/>
              <a:stretch/>
            </p:blipFill>
            <p:spPr>
              <a:xfrm>
                <a:off x="1961535" y="191729"/>
                <a:ext cx="3540631" cy="6489290"/>
              </a:xfrm>
              <a:prstGeom prst="rect">
                <a:avLst/>
              </a:prstGeom>
            </p:spPr>
          </p:pic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5D4201E4-1577-7BD9-A29B-AF9E618D2D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7398" y="6084418"/>
                <a:ext cx="2224458" cy="378631"/>
              </a:xfrm>
              <a:prstGeom prst="rect">
                <a:avLst/>
              </a:prstGeom>
            </p:spPr>
          </p:pic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F213B6A-FCD5-F2B7-3F55-0129B3CC93DB}"/>
                  </a:ext>
                </a:extLst>
              </p:cNvPr>
              <p:cNvSpPr txBox="1"/>
              <p:nvPr/>
            </p:nvSpPr>
            <p:spPr>
              <a:xfrm>
                <a:off x="2859894" y="5354067"/>
                <a:ext cx="2470286" cy="319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ALDAIR JOSE CELESTINO </a:t>
                </a:r>
                <a:endParaRPr lang="pt-BR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8A8ED22-3B78-B037-1711-5E8B74219E85}"/>
                  </a:ext>
                </a:extLst>
              </p:cNvPr>
              <p:cNvSpPr txBox="1"/>
              <p:nvPr/>
            </p:nvSpPr>
            <p:spPr>
              <a:xfrm>
                <a:off x="3040086" y="5743954"/>
                <a:ext cx="2290094" cy="27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PEDREIRO </a:t>
                </a:r>
                <a:endParaRPr lang="pt-BR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9FAE76F5-5BBE-CC9E-7184-792A380E1D14}"/>
                  </a:ext>
                </a:extLst>
              </p:cNvPr>
              <p:cNvSpPr txBox="1"/>
              <p:nvPr/>
            </p:nvSpPr>
            <p:spPr>
              <a:xfrm>
                <a:off x="3246561" y="6120496"/>
                <a:ext cx="21323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dirty="0"/>
                  <a:t>XXXXXXXX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97C955C3-AD12-3FBD-2354-18F5DB0B6AEC}"/>
                  </a:ext>
                </a:extLst>
              </p:cNvPr>
              <p:cNvSpPr txBox="1"/>
              <p:nvPr/>
            </p:nvSpPr>
            <p:spPr>
              <a:xfrm>
                <a:off x="2250082" y="4745420"/>
                <a:ext cx="140751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/>
                  <a:t>LIDERADO</a:t>
                </a:r>
              </a:p>
            </p:txBody>
          </p:sp>
        </p:grp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F2621096-BE02-826A-919A-DCA03E9F31B0}"/>
                </a:ext>
              </a:extLst>
            </p:cNvPr>
            <p:cNvGrpSpPr/>
            <p:nvPr/>
          </p:nvGrpSpPr>
          <p:grpSpPr>
            <a:xfrm>
              <a:off x="2250082" y="191729"/>
              <a:ext cx="6699285" cy="6489290"/>
              <a:chOff x="2250082" y="191729"/>
              <a:chExt cx="6699285" cy="6489290"/>
            </a:xfrm>
          </p:grpSpPr>
          <p:pic>
            <p:nvPicPr>
              <p:cNvPr id="3" name="Imagem 2" descr="Texto&#10;&#10;Descrição gerada automaticamente com confiança baixa">
                <a:extLst>
                  <a:ext uri="{FF2B5EF4-FFF2-40B4-BE49-F238E27FC236}">
                    <a16:creationId xmlns:a16="http://schemas.microsoft.com/office/drawing/2014/main" id="{40A64354-B098-AB20-D69F-4FD844E958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892" t="2360" r="43625" b="17747"/>
              <a:stretch/>
            </p:blipFill>
            <p:spPr>
              <a:xfrm>
                <a:off x="5408736" y="191729"/>
                <a:ext cx="3540631" cy="6489290"/>
              </a:xfrm>
              <a:prstGeom prst="rect">
                <a:avLst/>
              </a:prstGeom>
            </p:spPr>
          </p:pic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D5760FF-E118-A6D3-45EF-EF6B148DD606}"/>
                  </a:ext>
                </a:extLst>
              </p:cNvPr>
              <p:cNvSpPr txBox="1"/>
              <p:nvPr/>
            </p:nvSpPr>
            <p:spPr>
              <a:xfrm>
                <a:off x="5908678" y="3230409"/>
                <a:ext cx="2657719" cy="2609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50" b="1" dirty="0"/>
                  <a:t>PROCEDIMENTO PARA LOTOTO</a:t>
                </a:r>
              </a:p>
              <a:p>
                <a:pPr algn="ctr"/>
                <a:endParaRPr lang="pt-BR" sz="1050" b="1" dirty="0"/>
              </a:p>
              <a:p>
                <a:pPr algn="ctr"/>
                <a:r>
                  <a:rPr lang="pt-BR" sz="700" b="1" dirty="0"/>
                  <a:t>SIGA OS NOVE PASSOS ABAIXO PARA REALIZAR O LOTOTO</a:t>
                </a:r>
              </a:p>
              <a:p>
                <a:pPr algn="ctr"/>
                <a:endParaRPr lang="pt-BR" sz="500" b="1" dirty="0"/>
              </a:p>
              <a:p>
                <a:endParaRPr lang="pt-BR" sz="400" b="1" dirty="0"/>
              </a:p>
              <a:p>
                <a:r>
                  <a:rPr lang="pt-BR" sz="900" b="1" dirty="0"/>
                  <a:t>1º PASSO:PREPARAR</a:t>
                </a:r>
              </a:p>
              <a:p>
                <a:r>
                  <a:rPr lang="pt-BR" sz="900" b="1" dirty="0"/>
                  <a:t>2º PASSO:NOTIFICAR</a:t>
                </a:r>
              </a:p>
              <a:p>
                <a:r>
                  <a:rPr lang="pt-BR" sz="900" b="1" dirty="0"/>
                  <a:t>3º PASSO:DESLIGAR</a:t>
                </a:r>
              </a:p>
              <a:p>
                <a:r>
                  <a:rPr lang="pt-BR" sz="900" b="1" dirty="0"/>
                  <a:t>4º PASSO:ISOLAR</a:t>
                </a:r>
              </a:p>
              <a:p>
                <a:r>
                  <a:rPr lang="pt-BR" sz="900" b="1" dirty="0"/>
                  <a:t>5º PASSO:APLICAR CADEADOS</a:t>
                </a:r>
              </a:p>
              <a:p>
                <a:r>
                  <a:rPr lang="pt-BR" sz="900" b="1" dirty="0"/>
                  <a:t>6º PASSO:VERIFICAR ESTADO ENERGIA ZERO</a:t>
                </a:r>
              </a:p>
              <a:p>
                <a:r>
                  <a:rPr lang="pt-BR" sz="900" b="1" dirty="0"/>
                  <a:t>7º PASSO:TESTE DE EFETIVIDADE    </a:t>
                </a:r>
              </a:p>
              <a:p>
                <a:r>
                  <a:rPr lang="pt-BR" sz="900" b="1" dirty="0"/>
                  <a:t>8º PASSO:EXECUTAR ATIVIDADE</a:t>
                </a:r>
              </a:p>
              <a:p>
                <a:r>
                  <a:rPr lang="pt-BR" sz="900" b="1" dirty="0"/>
                  <a:t>9º PASSO:INSPECIONAR E RESTABELECER</a:t>
                </a:r>
              </a:p>
              <a:p>
                <a:endParaRPr lang="pt-BR" sz="1200" b="1" dirty="0"/>
              </a:p>
            </p:txBody>
          </p:sp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39479FA9-D23F-A4C4-27B6-439F5D3D3B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7398" y="6084418"/>
                <a:ext cx="2224458" cy="378631"/>
              </a:xfrm>
              <a:prstGeom prst="rect">
                <a:avLst/>
              </a:prstGeom>
            </p:spPr>
          </p:pic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329AC55C-0F0F-23A0-5EB9-80B91CF99492}"/>
                  </a:ext>
                </a:extLst>
              </p:cNvPr>
              <p:cNvSpPr txBox="1"/>
              <p:nvPr/>
            </p:nvSpPr>
            <p:spPr>
              <a:xfrm>
                <a:off x="2869891" y="4909772"/>
                <a:ext cx="2132334" cy="319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pt-BR" sz="1400" dirty="0"/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8F9A085-D7F6-4257-CAB6-FC836105C35B}"/>
                  </a:ext>
                </a:extLst>
              </p:cNvPr>
              <p:cNvSpPr txBox="1"/>
              <p:nvPr/>
            </p:nvSpPr>
            <p:spPr>
              <a:xfrm>
                <a:off x="3246561" y="6120496"/>
                <a:ext cx="2132334" cy="27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Manutenção Mecânica 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F4CD4E12-5A83-74E1-A631-27DB5C1702B9}"/>
                  </a:ext>
                </a:extLst>
              </p:cNvPr>
              <p:cNvSpPr txBox="1"/>
              <p:nvPr/>
            </p:nvSpPr>
            <p:spPr>
              <a:xfrm>
                <a:off x="2250082" y="4745420"/>
                <a:ext cx="140751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/>
                  <a:t>LIDERADO</a:t>
                </a:r>
              </a:p>
            </p:txBody>
          </p:sp>
        </p:grp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B6817C33-4773-EF89-0822-CD7B93A8F5FB}"/>
              </a:ext>
            </a:extLst>
          </p:cNvPr>
          <p:cNvSpPr txBox="1"/>
          <p:nvPr/>
        </p:nvSpPr>
        <p:spPr>
          <a:xfrm>
            <a:off x="400763" y="4982182"/>
            <a:ext cx="63147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NOME: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25A8DD7-18FA-390D-A412-2810909ADE41}"/>
              </a:ext>
            </a:extLst>
          </p:cNvPr>
          <p:cNvSpPr txBox="1"/>
          <p:nvPr/>
        </p:nvSpPr>
        <p:spPr>
          <a:xfrm>
            <a:off x="421387" y="5352259"/>
            <a:ext cx="79170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FUNÇÂO: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17A6840-97CE-3B0C-F167-2741C51F5AF7}"/>
              </a:ext>
            </a:extLst>
          </p:cNvPr>
          <p:cNvSpPr txBox="1"/>
          <p:nvPr/>
        </p:nvSpPr>
        <p:spPr>
          <a:xfrm>
            <a:off x="421387" y="5679809"/>
            <a:ext cx="79170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SETOR:</a:t>
            </a: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877" y="3034272"/>
            <a:ext cx="1229067" cy="180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2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9FCE3-67B9-A737-7463-9620129A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3184090-DBDE-C03E-CB8B-FD9F8E2BA25C}"/>
              </a:ext>
            </a:extLst>
          </p:cNvPr>
          <p:cNvGrpSpPr/>
          <p:nvPr/>
        </p:nvGrpSpPr>
        <p:grpSpPr>
          <a:xfrm>
            <a:off x="220207" y="0"/>
            <a:ext cx="7119403" cy="6243145"/>
            <a:chOff x="1961535" y="191729"/>
            <a:chExt cx="6987833" cy="6489290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62CBD5E4-B454-44D1-AB15-9DCB6324ACE3}"/>
                </a:ext>
              </a:extLst>
            </p:cNvPr>
            <p:cNvGrpSpPr/>
            <p:nvPr/>
          </p:nvGrpSpPr>
          <p:grpSpPr>
            <a:xfrm>
              <a:off x="1961535" y="191729"/>
              <a:ext cx="3540631" cy="6489290"/>
              <a:chOff x="1961535" y="191729"/>
              <a:chExt cx="3540631" cy="6489290"/>
            </a:xfrm>
          </p:grpSpPr>
          <p:pic>
            <p:nvPicPr>
              <p:cNvPr id="5" name="Imagem 4" descr="Texto&#10;&#10;Descrição gerada automaticamente com confiança baixa">
                <a:extLst>
                  <a:ext uri="{FF2B5EF4-FFF2-40B4-BE49-F238E27FC236}">
                    <a16:creationId xmlns:a16="http://schemas.microsoft.com/office/drawing/2014/main" id="{9AC2BA08-C57C-8169-F6E8-5B502ADA2C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87" t="2360" r="72130" b="17747"/>
              <a:stretch/>
            </p:blipFill>
            <p:spPr>
              <a:xfrm>
                <a:off x="1961535" y="191729"/>
                <a:ext cx="3540631" cy="6489290"/>
              </a:xfrm>
              <a:prstGeom prst="rect">
                <a:avLst/>
              </a:prstGeom>
            </p:spPr>
          </p:pic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05F90AF6-BFDA-04AF-0481-0EDD87F51C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7398" y="6084418"/>
                <a:ext cx="2224458" cy="378631"/>
              </a:xfrm>
              <a:prstGeom prst="rect">
                <a:avLst/>
              </a:prstGeom>
            </p:spPr>
          </p:pic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72A9517-7A72-DAA0-9741-DBBB00CDB91E}"/>
                  </a:ext>
                </a:extLst>
              </p:cNvPr>
              <p:cNvSpPr txBox="1"/>
              <p:nvPr/>
            </p:nvSpPr>
            <p:spPr>
              <a:xfrm>
                <a:off x="2837119" y="5354067"/>
                <a:ext cx="2251716" cy="319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ODAIR JOSE DA SILVA </a:t>
                </a:r>
                <a:r>
                  <a:rPr lang="pt-BR" sz="1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395FDBF-CBE2-BF59-4AA8-01D913E03CE8}"/>
                  </a:ext>
                </a:extLst>
              </p:cNvPr>
              <p:cNvSpPr txBox="1"/>
              <p:nvPr/>
            </p:nvSpPr>
            <p:spPr>
              <a:xfrm>
                <a:off x="3040086" y="5743954"/>
                <a:ext cx="2290094" cy="27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PEDREIRO </a:t>
                </a:r>
                <a:endParaRPr lang="pt-BR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C32356D-C285-275F-CAFC-7D396A423669}"/>
                  </a:ext>
                </a:extLst>
              </p:cNvPr>
              <p:cNvSpPr txBox="1"/>
              <p:nvPr/>
            </p:nvSpPr>
            <p:spPr>
              <a:xfrm>
                <a:off x="3246561" y="6120496"/>
                <a:ext cx="21323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dirty="0"/>
                  <a:t>XXXXXXXX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9472719-5098-D8B4-61FF-86E0D8004631}"/>
                  </a:ext>
                </a:extLst>
              </p:cNvPr>
              <p:cNvSpPr txBox="1"/>
              <p:nvPr/>
            </p:nvSpPr>
            <p:spPr>
              <a:xfrm>
                <a:off x="2250082" y="4745420"/>
                <a:ext cx="140751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/>
                  <a:t>LIDERADO</a:t>
                </a:r>
              </a:p>
            </p:txBody>
          </p:sp>
        </p:grp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3A43702B-BF3F-075B-7B80-66FC61D40FC0}"/>
                </a:ext>
              </a:extLst>
            </p:cNvPr>
            <p:cNvGrpSpPr/>
            <p:nvPr/>
          </p:nvGrpSpPr>
          <p:grpSpPr>
            <a:xfrm>
              <a:off x="2250082" y="191729"/>
              <a:ext cx="6699286" cy="6489290"/>
              <a:chOff x="2250082" y="191729"/>
              <a:chExt cx="6699286" cy="6489290"/>
            </a:xfrm>
          </p:grpSpPr>
          <p:pic>
            <p:nvPicPr>
              <p:cNvPr id="3" name="Imagem 2" descr="Texto&#10;&#10;Descrição gerada automaticamente com confiança baixa">
                <a:extLst>
                  <a:ext uri="{FF2B5EF4-FFF2-40B4-BE49-F238E27FC236}">
                    <a16:creationId xmlns:a16="http://schemas.microsoft.com/office/drawing/2014/main" id="{4593792B-B4A2-788D-7D11-196D04C176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892" t="2360" r="43625" b="17747"/>
              <a:stretch/>
            </p:blipFill>
            <p:spPr>
              <a:xfrm>
                <a:off x="5408737" y="191729"/>
                <a:ext cx="3540631" cy="6489290"/>
              </a:xfrm>
              <a:prstGeom prst="rect">
                <a:avLst/>
              </a:prstGeom>
            </p:spPr>
          </p:pic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3AF362FF-1F3F-C132-84B1-08543605941F}"/>
                  </a:ext>
                </a:extLst>
              </p:cNvPr>
              <p:cNvSpPr txBox="1"/>
              <p:nvPr/>
            </p:nvSpPr>
            <p:spPr>
              <a:xfrm>
                <a:off x="5908678" y="3230409"/>
                <a:ext cx="2657719" cy="2609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50" b="1" dirty="0"/>
                  <a:t>PROCEDIMENTO PARA LOTOTO</a:t>
                </a:r>
              </a:p>
              <a:p>
                <a:pPr algn="ctr"/>
                <a:endParaRPr lang="pt-BR" sz="1050" b="1" dirty="0"/>
              </a:p>
              <a:p>
                <a:pPr algn="ctr"/>
                <a:r>
                  <a:rPr lang="pt-BR" sz="700" b="1" dirty="0"/>
                  <a:t>SIGA OS NOVE PASSOS ABAIXO PARA REALIZAR O LOTOTO</a:t>
                </a:r>
              </a:p>
              <a:p>
                <a:pPr algn="ctr"/>
                <a:endParaRPr lang="pt-BR" sz="500" b="1" dirty="0"/>
              </a:p>
              <a:p>
                <a:endParaRPr lang="pt-BR" sz="400" b="1" dirty="0"/>
              </a:p>
              <a:p>
                <a:r>
                  <a:rPr lang="pt-BR" sz="900" b="1" dirty="0"/>
                  <a:t>1º PASSO:PREPARAR</a:t>
                </a:r>
              </a:p>
              <a:p>
                <a:r>
                  <a:rPr lang="pt-BR" sz="900" b="1" dirty="0"/>
                  <a:t>2º PASSO:NOTIFICAR</a:t>
                </a:r>
              </a:p>
              <a:p>
                <a:r>
                  <a:rPr lang="pt-BR" sz="900" b="1" dirty="0"/>
                  <a:t>3º PASSO:DESLIGAR</a:t>
                </a:r>
              </a:p>
              <a:p>
                <a:r>
                  <a:rPr lang="pt-BR" sz="900" b="1" dirty="0"/>
                  <a:t>4º PASSO:ISOLAR</a:t>
                </a:r>
              </a:p>
              <a:p>
                <a:r>
                  <a:rPr lang="pt-BR" sz="900" b="1" dirty="0"/>
                  <a:t>5º PASSO:APLICAR CADEADOS</a:t>
                </a:r>
              </a:p>
              <a:p>
                <a:r>
                  <a:rPr lang="pt-BR" sz="900" b="1" dirty="0"/>
                  <a:t>6º PASSO:VERIFICAR ESTADO ENERGIA ZERO</a:t>
                </a:r>
              </a:p>
              <a:p>
                <a:r>
                  <a:rPr lang="pt-BR" sz="900" b="1" dirty="0"/>
                  <a:t>7º PASSO:TESTE DE EFETIVIDADE    </a:t>
                </a:r>
              </a:p>
              <a:p>
                <a:r>
                  <a:rPr lang="pt-BR" sz="900" b="1" dirty="0"/>
                  <a:t>8º PASSO:EXECUTAR ATIVIDADE</a:t>
                </a:r>
              </a:p>
              <a:p>
                <a:r>
                  <a:rPr lang="pt-BR" sz="900" b="1" dirty="0"/>
                  <a:t>9º PASSO:INSPECIONAR E RESTABELECER</a:t>
                </a:r>
              </a:p>
              <a:p>
                <a:endParaRPr lang="pt-BR" sz="1200" b="1" dirty="0"/>
              </a:p>
            </p:txBody>
          </p:sp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96E521AB-7115-4FF6-13D4-E86C3E326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7398" y="6084418"/>
                <a:ext cx="2224458" cy="378631"/>
              </a:xfrm>
              <a:prstGeom prst="rect">
                <a:avLst/>
              </a:prstGeom>
            </p:spPr>
          </p:pic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F808B1A-AADF-A2AF-25EE-C4A7AACB7DE9}"/>
                  </a:ext>
                </a:extLst>
              </p:cNvPr>
              <p:cNvSpPr txBox="1"/>
              <p:nvPr/>
            </p:nvSpPr>
            <p:spPr>
              <a:xfrm>
                <a:off x="2869891" y="4909772"/>
                <a:ext cx="2132334" cy="319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pt-BR" sz="1400" dirty="0"/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77D0064-F0C2-DB43-FC97-0AA23703E5A7}"/>
                  </a:ext>
                </a:extLst>
              </p:cNvPr>
              <p:cNvSpPr txBox="1"/>
              <p:nvPr/>
            </p:nvSpPr>
            <p:spPr>
              <a:xfrm>
                <a:off x="3246561" y="6120496"/>
                <a:ext cx="2132334" cy="27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Manutenção Mecânica 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CECD43EA-8B1D-CF6C-DC62-C6B5C6FACAFC}"/>
                  </a:ext>
                </a:extLst>
              </p:cNvPr>
              <p:cNvSpPr txBox="1"/>
              <p:nvPr/>
            </p:nvSpPr>
            <p:spPr>
              <a:xfrm>
                <a:off x="2250082" y="4745420"/>
                <a:ext cx="140751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/>
                  <a:t>LIDERADO</a:t>
                </a:r>
              </a:p>
            </p:txBody>
          </p:sp>
        </p:grp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50DE16-5253-A889-6535-14C6B1F1C067}"/>
              </a:ext>
            </a:extLst>
          </p:cNvPr>
          <p:cNvSpPr txBox="1"/>
          <p:nvPr/>
        </p:nvSpPr>
        <p:spPr>
          <a:xfrm>
            <a:off x="400763" y="4982182"/>
            <a:ext cx="63147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NOME: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24ABCA5-C7F6-F7C1-CB43-8B8C01B8B9B6}"/>
              </a:ext>
            </a:extLst>
          </p:cNvPr>
          <p:cNvSpPr txBox="1"/>
          <p:nvPr/>
        </p:nvSpPr>
        <p:spPr>
          <a:xfrm>
            <a:off x="421387" y="5352259"/>
            <a:ext cx="79170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FUNÇÂO: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CDCE1C8-80B8-E202-BFD7-7D354B6F27BC}"/>
              </a:ext>
            </a:extLst>
          </p:cNvPr>
          <p:cNvSpPr txBox="1"/>
          <p:nvPr/>
        </p:nvSpPr>
        <p:spPr>
          <a:xfrm>
            <a:off x="421387" y="5679809"/>
            <a:ext cx="79170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b="1" dirty="0"/>
              <a:t>SETOR:</a:t>
            </a: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097" y="3101573"/>
            <a:ext cx="1294293" cy="175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214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bd6bbb-f272-4b9f-9568-dba07e6085bd">
      <Terms xmlns="http://schemas.microsoft.com/office/infopath/2007/PartnerControls"/>
    </lcf76f155ced4ddcb4097134ff3c332f>
    <TaxCatchAll xmlns="9cdbd359-1fcd-4c5d-ab0e-79e815f76b62" xsi:nil="true"/>
    <_Flow_SignoffStatus xmlns="1bbd6bbb-f272-4b9f-9568-dba07e6085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5B4BA16CDA6D543AF731EBA66E260A6" ma:contentTypeVersion="19" ma:contentTypeDescription="Crie um novo documento." ma:contentTypeScope="" ma:versionID="cf9dac9facfb1875b59c34a241c18d82">
  <xsd:schema xmlns:xsd="http://www.w3.org/2001/XMLSchema" xmlns:xs="http://www.w3.org/2001/XMLSchema" xmlns:p="http://schemas.microsoft.com/office/2006/metadata/properties" xmlns:ns2="1bbd6bbb-f272-4b9f-9568-dba07e6085bd" xmlns:ns3="9cdbd359-1fcd-4c5d-ab0e-79e815f76b62" targetNamespace="http://schemas.microsoft.com/office/2006/metadata/properties" ma:root="true" ma:fieldsID="b94fe4b637f87ca6434b58b1d0a78078" ns2:_="" ns3:_="">
    <xsd:import namespace="1bbd6bbb-f272-4b9f-9568-dba07e6085bd"/>
    <xsd:import namespace="9cdbd359-1fcd-4c5d-ab0e-79e815f76b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_Flow_SignoffStatu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d6bbb-f272-4b9f-9568-dba07e6085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2" nillable="true" ma:displayName="Status de liberação" ma:internalName="Status_x0020_de_x0020_libera_x00e7__x00e3_o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bbf8dcbb-cb7e-4481-8296-2b1dcc7964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dbd359-1fcd-4c5d-ab0e-79e815f76b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3" nillable="true" ma:displayName="Taxonomy Catch All Column" ma:hidden="true" ma:list="{2e1ac73d-f396-4daf-8793-e7d6c9cbde6c}" ma:internalName="TaxCatchAll" ma:showField="CatchAllData" ma:web="9cdbd359-1fcd-4c5d-ab0e-79e815f76b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690FC-1206-4DBC-B3E7-52655A9C15A0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9cdbd359-1fcd-4c5d-ab0e-79e815f76b62"/>
    <ds:schemaRef ds:uri="http://www.w3.org/XML/1998/namespace"/>
    <ds:schemaRef ds:uri="http://schemas.microsoft.com/office/2006/metadata/properties"/>
    <ds:schemaRef ds:uri="http://purl.org/dc/terms/"/>
    <ds:schemaRef ds:uri="http://schemas.microsoft.com/office/infopath/2007/PartnerControls"/>
    <ds:schemaRef ds:uri="1bbd6bbb-f272-4b9f-9568-dba07e6085bd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5031D1C-C61A-423F-8828-4E01FE9EA7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63C2AA-6FBE-49A8-A6FD-BAF026D01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bd6bbb-f272-4b9f-9568-dba07e6085bd"/>
    <ds:schemaRef ds:uri="9cdbd359-1fcd-4c5d-ab0e-79e815f76b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109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Ralph Oliveira Silva</dc:creator>
  <cp:lastModifiedBy>Altec</cp:lastModifiedBy>
  <cp:revision>51</cp:revision>
  <cp:lastPrinted>2026-05-27T11:59:35Z</cp:lastPrinted>
  <dcterms:created xsi:type="dcterms:W3CDTF">2024-10-23T17:15:58Z</dcterms:created>
  <dcterms:modified xsi:type="dcterms:W3CDTF">2026-08-11T12:41:14Z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0x01010035B4BA16CDA6D543AF731EBA66E260A6</vt:lpwstr>
  </property>
  <property fmtid="{D5CDD505-2E9C-101B-9397-08002B2CF9AE}" pid="3" name="MediaServiceImageTags">
    <vt:lpwstr/>
  </property>
</Properties>
</file>