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4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4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56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71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0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67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73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56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4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13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1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597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8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png" descr="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277" y="476522"/>
            <a:ext cx="1890848" cy="746820"/>
          </a:xfrm>
          <a:prstGeom prst="rect">
            <a:avLst/>
          </a:prstGeom>
        </p:spPr>
      </p:pic>
      <p:pic>
        <p:nvPicPr>
          <p:cNvPr id="5" name="Imagem 1" descr="Escola Conceito - Centro de Capacitação Profissional em Caxias do Sul,  Cursos Industriais, Cursos Técnicos, Eja Ensino Médio, Cursos  Administrativos, Curso de Bombeiro Profissional Civil, NR&amp;#39;S, NR11, NR33  NR35, NR18 NR10, NR12,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597" y="107010"/>
            <a:ext cx="1466230" cy="130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315369" y="576832"/>
            <a:ext cx="5852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5400" dirty="0">
                <a:solidFill>
                  <a:srgbClr val="171B5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CERTIFICADO</a:t>
            </a:r>
            <a:endParaRPr lang="pt-BR" sz="5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7"/>
          <p:cNvSpPr>
            <a:spLocks noGrp="1"/>
          </p:cNvSpPr>
          <p:nvPr>
            <p:ph type="ctrTitle" idx="4294967295"/>
          </p:nvPr>
        </p:nvSpPr>
        <p:spPr>
          <a:xfrm>
            <a:off x="117566" y="1830478"/>
            <a:ext cx="11701395" cy="232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5460" marR="554355" algn="ctr">
              <a:lnSpc>
                <a:spcPct val="115000"/>
              </a:lnSpc>
              <a:spcBef>
                <a:spcPts val="1495"/>
              </a:spcBef>
            </a:pP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Certificamos que  </a:t>
            </a:r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{{NOME}}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portador do CPF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{{CPF}},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concluiu com aproveitamento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TREINAMENTO </a:t>
            </a:r>
            <a:r>
              <a:rPr lang="pt-PT" sz="18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BÁSICO DE SEGURANÇA E SAÚDE NO TRABALHO (NR 18)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conforme estabelece a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NR-18,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com carga horária de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04 (quatro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horas) no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dia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{{DIA}} de {{MES}} de {{ANO}}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z="1800" spc="8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na</a:t>
            </a:r>
            <a:r>
              <a:rPr lang="pt-PT" sz="1800" spc="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sede</a:t>
            </a:r>
            <a:r>
              <a:rPr lang="pt-PT" sz="1800" spc="9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</a:t>
            </a:r>
            <a:r>
              <a:rPr lang="pt-PT" sz="1800" spc="9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empresa</a:t>
            </a:r>
            <a:r>
              <a:rPr lang="pt-PT" sz="1800" spc="9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ALTEC INDUSTRIAL LTDA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sob o </a:t>
            </a:r>
            <a:r>
              <a:rPr lang="pt-PT" sz="18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CNPJ:09.591.971/0001-28</a:t>
            </a:r>
            <a:r>
              <a:rPr lang="pt-PT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z="1800" spc="-35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situada na</a:t>
            </a:r>
            <a:r>
              <a:rPr lang="pt-PT" sz="1800" spc="-4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Rua Oswando Wermelinger, 1208, Lavrinhas-Cordeiro-RJ.</a:t>
            </a:r>
            <a:br>
              <a:rPr lang="pt-PT" sz="18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pt-BR" sz="1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br>
              <a:rPr lang="pt-BR" sz="1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pt-BR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0" y="4268250"/>
            <a:ext cx="12046071" cy="2259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9275">
              <a:spcBef>
                <a:spcPts val="500"/>
              </a:spcBef>
              <a:spcAft>
                <a:spcPts val="0"/>
              </a:spcAft>
            </a:pPr>
            <a:endParaRPr lang="pt-PT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</a:t>
            </a:r>
            <a:r>
              <a:rPr lang="pt-BR" sz="16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</a:t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_____________________________________________                                                                      ___________________________________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INSTRUTOR/RESPONSAVEL TÉCNICO                                                                                                           PARTICIPANTE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DÉBORA S. B. J. CÂMARA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TÉCNICO EM SEGURANÇA DO TRABALHO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REGISTRO</a:t>
            </a:r>
            <a:r>
              <a:rPr lang="pt-PT" sz="1600" b="1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MTE 44633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/RJ</a:t>
            </a:r>
            <a:endParaRPr lang="pt-BR" sz="1600" dirty="0"/>
          </a:p>
        </p:txBody>
      </p:sp>
      <p:sp>
        <p:nvSpPr>
          <p:cNvPr id="10" name="Retângulo 9"/>
          <p:cNvSpPr/>
          <p:nvPr/>
        </p:nvSpPr>
        <p:spPr>
          <a:xfrm>
            <a:off x="8197132" y="3713693"/>
            <a:ext cx="3848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49275" algn="r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Cordeiro</a:t>
            </a:r>
            <a:r>
              <a:rPr lang="pt-PT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{{DIA}} de {{MES}} de {{ANO}}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17566" y="108128"/>
            <a:ext cx="11928505" cy="670124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35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0266" y="601079"/>
            <a:ext cx="54353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CONTEÚDO </a:t>
            </a:r>
            <a:r>
              <a:rPr lang="pt-PT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PROGRAMÁTICO</a:t>
            </a:r>
            <a:endParaRPr lang="pt-B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57200" y="1031966"/>
            <a:ext cx="10896600" cy="5525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pt-PT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INTRODUÇÃO A SEGURANÇA DO TRABALHO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BR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ASPECTOS </a:t>
            </a:r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DE ACIDENTE DO TRABALHO E TIPOS DE ACIDENTES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BR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INFORMAÇÕES </a:t>
            </a:r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SOBRE AS CONDIÇÕES E MEIO AMBIENTE DE TRABALHO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BR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RISCOS </a:t>
            </a:r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INERENTES A </a:t>
            </a:r>
            <a:r>
              <a:rPr lang="pt-BR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FUNÇÃO</a:t>
            </a: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INFORMAÇÕES SOBRE OS EQUIPAMENTOS DE PROTEÇÃO INDIVIDUAL ( EPI)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INFORMAÇÕES SOBRE OS EQUIPAMENTOS DE PROTEÇÃO COLETIVA (EPC) , EXISTENTES NO CANTEIRO DE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OBRA</a:t>
            </a: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POLITICA DE SEGURANÇA DO TRABALHO E NORMAS INTERNAS DA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EMPRESA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pt-PT" sz="16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ANALISE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DE RISCO DE TAREFAS E RISCOS INERENTES A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FUNÇÃO</a:t>
            </a:r>
          </a:p>
          <a:p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ORDEM DE SERVIÇO,  HIGIENE LABORAL E </a:t>
            </a:r>
            <a:r>
              <a:rPr lang="pt-BR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PESSOAL</a:t>
            </a: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TIPOS DE RISCOS (QUÍMICOS, BIOLOGICOS , ERGONÔMICOS E DE ACIDENTES)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ESTUDO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DA NR 09 (PGR NO CANTEIRO DE OBRAS) E ESTUDO NA NR 07 ( PCMSO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PROCEDIMENTOS EM CASOS DE EMERGÊNCIA E PRIMEIROS SOCORROS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RECOMENDAÇÕES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</a:rPr>
              <a:t>GERAIS DE SEGURANÇA</a:t>
            </a:r>
            <a:endParaRPr lang="pt-PT" sz="16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pt-PT" sz="1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pt-BR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5943" y="117566"/>
            <a:ext cx="11808823" cy="660980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80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241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Times New Roman</vt:lpstr>
      <vt:lpstr>Tema do Office</vt:lpstr>
      <vt:lpstr>Certificamos que  JONATAS PEREIRA CYPRIANO, portador do CPF: 14464636721, concluiu com aproveitamento o TREINAMENTO BÁSICO DE SEGURANÇA E SAÚDE NO TRABALHO (NR 18), conforme estabelece a NR-18, com carga horária de 04 (quatro horas) no dia 27 de agosto de 2026, na sede da empresa ALTEC INDUSTRIAL LTDA sob o CNPJ:09.591.971/0001-28, situada na Rua Oswando Wermelinger, 1208, Lavrinhas-Cordeiro-RJ. 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Altec</dc:creator>
  <cp:lastModifiedBy>Altec</cp:lastModifiedBy>
  <cp:revision>191</cp:revision>
  <cp:lastPrinted>2025-04-29T16:29:01Z</cp:lastPrinted>
  <dcterms:created xsi:type="dcterms:W3CDTF">2025-02-06T13:17:25Z</dcterms:created>
  <dcterms:modified xsi:type="dcterms:W3CDTF">2026-08-28T16:29:43Z</dcterms:modified>
</cp:coreProperties>
</file>