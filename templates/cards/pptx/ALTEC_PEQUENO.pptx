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1" r:id="rId2"/>
  </p:sldIdLst>
  <p:sldSz cx="9144000" cy="6858000" type="screen4x3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A3FC2-7D34-4F62-B8E7-D5DF2925645F}" v="85" dt="2023-06-07T16:57:46.742"/>
    <p1510:client id="{348265B2-BE67-412A-800A-8AA6D3F2411D}" v="52" dt="2023-07-24T17:28:55.094"/>
    <p1510:client id="{3A758455-17DE-4D2F-9C30-343C19CCFE0B}" v="29" dt="2023-06-10T11:20:36.092"/>
    <p1510:client id="{4DC21056-5668-4E97-A355-876D445AFD69}" v="43" dt="2023-05-31T16:43:53.706"/>
    <p1510:client id="{59C4EFCF-4697-4BF4-819F-3FBAC77259FC}" v="160" dt="2023-07-26T11:52:04.416"/>
    <p1510:client id="{723631B7-54B7-4882-B78A-EC605D2C8C48}" v="53" dt="2023-07-18T18:52:28.522"/>
    <p1510:client id="{743D5942-8164-44BC-8850-34FCDB938291}" v="29" dt="2023-05-16T16:26:27.507"/>
    <p1510:client id="{7E9E8F10-00D4-45B6-B9C0-DC1BED1649FD}" v="56" dt="2023-08-08T19:46:38.544"/>
    <p1510:client id="{83D98327-2761-4836-ABD4-1681B5A9C386}" v="50" dt="2023-06-14T18:11:43.689"/>
    <p1510:client id="{85B7271A-5F0E-47E4-B38B-58BECB30A5EC}" v="9" dt="2023-08-22T19:54:19.589"/>
    <p1510:client id="{8DEF9508-664B-452B-A378-6AFFED3DCC95}" v="24" dt="2023-05-08T15:24:24.070"/>
    <p1510:client id="{917C927F-89E9-4A0A-A67A-C97100F1BB49}" v="87" dt="2023-08-31T15:55:34.200"/>
    <p1510:client id="{941235ED-8EBD-4CD7-BCE0-A593198E1272}" v="44" dt="2023-08-28T11:58:10.791"/>
    <p1510:client id="{BDEFFDBC-B427-49FC-83B1-6164B49E653B}" v="105" dt="2023-08-04T16:34:03.132"/>
    <p1510:client id="{CC2B0F76-DF74-4C3A-9C24-EB143529027B}" v="32" dt="2023-07-20T10:37:40.244"/>
    <p1510:client id="{E571D4D8-FBC9-4086-945D-2FFA36C13F9A}" v="25" dt="2023-08-10T15:50:1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4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1C345-438A-4B3C-AC25-48B94D803C0B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BEE9E-2EFF-4543-93DC-35D1C68B74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61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BEE9E-2EFF-4543-93DC-35D1C68B74A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71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09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96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32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6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39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0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70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69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08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30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CA480-7BCF-4C59-BED8-37E8E33A14D0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456B-D99B-BE32-2EDB-63C3B99B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784890" y="381546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2680769" y="381546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4576559" y="399542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6480126" y="427435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2680769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4605962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6493776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2" y="483097"/>
            <a:ext cx="330044" cy="324000"/>
          </a:xfrm>
          <a:prstGeom prst="rect">
            <a:avLst/>
          </a:prstGeom>
        </p:spPr>
      </p:pic>
      <p:pic>
        <p:nvPicPr>
          <p:cNvPr id="38" name="Imagem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393" y="514403"/>
            <a:ext cx="330044" cy="324000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04" y="510592"/>
            <a:ext cx="330044" cy="324000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853" y="510592"/>
            <a:ext cx="330044" cy="324000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998" y="3559888"/>
            <a:ext cx="330044" cy="324000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04" y="3562925"/>
            <a:ext cx="330044" cy="324000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105" y="3605497"/>
            <a:ext cx="330044" cy="324000"/>
          </a:xfrm>
          <a:prstGeom prst="rect">
            <a:avLst/>
          </a:prstGeom>
        </p:spPr>
      </p:pic>
      <p:pic>
        <p:nvPicPr>
          <p:cNvPr id="45" name="Imagem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576" y="542803"/>
            <a:ext cx="837000" cy="324000"/>
          </a:xfrm>
          <a:prstGeom prst="rect">
            <a:avLst/>
          </a:prstGeom>
        </p:spPr>
      </p:pic>
      <p:pic>
        <p:nvPicPr>
          <p:cNvPr id="46" name="Imagem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69" y="513590"/>
            <a:ext cx="837000" cy="324000"/>
          </a:xfrm>
          <a:prstGeom prst="rect">
            <a:avLst/>
          </a:prstGeom>
        </p:spPr>
      </p:pic>
      <p:pic>
        <p:nvPicPr>
          <p:cNvPr id="47" name="Imagem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51" y="522765"/>
            <a:ext cx="837000" cy="324000"/>
          </a:xfrm>
          <a:prstGeom prst="rect">
            <a:avLst/>
          </a:prstGeom>
        </p:spPr>
      </p:pic>
      <p:pic>
        <p:nvPicPr>
          <p:cNvPr id="48" name="Imagem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76" y="542803"/>
            <a:ext cx="837000" cy="324000"/>
          </a:xfrm>
          <a:prstGeom prst="rect">
            <a:avLst/>
          </a:prstGeom>
        </p:spPr>
      </p:pic>
      <p:pic>
        <p:nvPicPr>
          <p:cNvPr id="50" name="Imagem 4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772" y="3542978"/>
            <a:ext cx="837000" cy="324000"/>
          </a:xfrm>
          <a:prstGeom prst="rect">
            <a:avLst/>
          </a:prstGeom>
        </p:spPr>
      </p:pic>
      <p:pic>
        <p:nvPicPr>
          <p:cNvPr id="51" name="Imagem 5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51" y="3561053"/>
            <a:ext cx="837000" cy="324000"/>
          </a:xfrm>
          <a:prstGeom prst="rect">
            <a:avLst/>
          </a:prstGeom>
        </p:spPr>
      </p:pic>
      <p:pic>
        <p:nvPicPr>
          <p:cNvPr id="52" name="Imagem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76" y="3563470"/>
            <a:ext cx="837000" cy="324000"/>
          </a:xfrm>
          <a:prstGeom prst="rect">
            <a:avLst/>
          </a:prstGeom>
        </p:spPr>
      </p:pic>
      <p:cxnSp>
        <p:nvCxnSpPr>
          <p:cNvPr id="61" name="Conector reto 60"/>
          <p:cNvCxnSpPr/>
          <p:nvPr/>
        </p:nvCxnSpPr>
        <p:spPr>
          <a:xfrm>
            <a:off x="784975" y="1830240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cxnSpLocks/>
          </p:cNvCxnSpPr>
          <p:nvPr/>
        </p:nvCxnSpPr>
        <p:spPr>
          <a:xfrm>
            <a:off x="784890" y="2519055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/>
          <p:nvPr/>
        </p:nvCxnSpPr>
        <p:spPr>
          <a:xfrm>
            <a:off x="2666028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cxnSpLocks/>
          </p:cNvCxnSpPr>
          <p:nvPr/>
        </p:nvCxnSpPr>
        <p:spPr>
          <a:xfrm>
            <a:off x="2680769" y="2540195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cxnSpLocks/>
          </p:cNvCxnSpPr>
          <p:nvPr/>
        </p:nvCxnSpPr>
        <p:spPr>
          <a:xfrm>
            <a:off x="4572000" y="2555853"/>
            <a:ext cx="17954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cxnSpLocks/>
            <a:stCxn id="31" idx="1"/>
            <a:endCxn id="31" idx="3"/>
          </p:cNvCxnSpPr>
          <p:nvPr/>
        </p:nvCxnSpPr>
        <p:spPr>
          <a:xfrm>
            <a:off x="4576559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/>
          <p:nvPr/>
        </p:nvCxnSpPr>
        <p:spPr>
          <a:xfrm>
            <a:off x="6493776" y="2555853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>
            <a:off x="6493776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755576" y="3483721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81" name="Imagem 8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48" y="3566402"/>
            <a:ext cx="330044" cy="324000"/>
          </a:xfrm>
          <a:prstGeom prst="rect">
            <a:avLst/>
          </a:prstGeom>
        </p:spPr>
      </p:pic>
      <p:pic>
        <p:nvPicPr>
          <p:cNvPr id="82" name="Imagem 8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404" y="3559888"/>
            <a:ext cx="837000" cy="324000"/>
          </a:xfrm>
          <a:prstGeom prst="rect">
            <a:avLst/>
          </a:prstGeom>
        </p:spPr>
      </p:pic>
      <p:sp>
        <p:nvSpPr>
          <p:cNvPr id="2057" name="Retângulo 2056"/>
          <p:cNvSpPr/>
          <p:nvPr/>
        </p:nvSpPr>
        <p:spPr>
          <a:xfrm>
            <a:off x="2624745" y="4919609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cxnSp>
        <p:nvCxnSpPr>
          <p:cNvPr id="94" name="Conector reto 93"/>
          <p:cNvCxnSpPr/>
          <p:nvPr/>
        </p:nvCxnSpPr>
        <p:spPr>
          <a:xfrm>
            <a:off x="746288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cxnSpLocks/>
          </p:cNvCxnSpPr>
          <p:nvPr/>
        </p:nvCxnSpPr>
        <p:spPr>
          <a:xfrm>
            <a:off x="4615336" y="5555617"/>
            <a:ext cx="17906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/>
          <p:nvPr/>
        </p:nvCxnSpPr>
        <p:spPr>
          <a:xfrm>
            <a:off x="2680769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/>
          <p:nvPr/>
        </p:nvCxnSpPr>
        <p:spPr>
          <a:xfrm>
            <a:off x="4615336" y="483810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/>
          <p:nvPr/>
        </p:nvCxnSpPr>
        <p:spPr>
          <a:xfrm>
            <a:off x="2666028" y="5600911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/>
        </p:nvCxnSpPr>
        <p:spPr>
          <a:xfrm>
            <a:off x="766809" y="5600911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6493776" y="5591710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/>
          <p:nvPr/>
        </p:nvCxnSpPr>
        <p:spPr>
          <a:xfrm>
            <a:off x="6480126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RD1_NOME"/>
          <p:cNvSpPr/>
          <p:nvPr/>
        </p:nvSpPr>
        <p:spPr>
          <a:xfrm>
            <a:off x="815975" y="2511706"/>
            <a:ext cx="18711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/>
              <a:t>{{NOME}}</a:t>
            </a:r>
          </a:p>
        </p:txBody>
      </p:sp>
      <p:sp>
        <p:nvSpPr>
          <p:cNvPr id="90" name="CARD2_NOME"/>
          <p:cNvSpPr/>
          <p:nvPr/>
        </p:nvSpPr>
        <p:spPr>
          <a:xfrm>
            <a:off x="2723405" y="2516043"/>
            <a:ext cx="128340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5" name="CARD1_FUNCAO"/>
          <p:cNvSpPr/>
          <p:nvPr/>
        </p:nvSpPr>
        <p:spPr>
          <a:xfrm>
            <a:off x="813729" y="2795361"/>
            <a:ext cx="1760136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750" dirty="0"/>
              <a:t>{{FUNCAO}}</a:t>
            </a:r>
            <a:endParaRPr lang="pt-BR" sz="1200" dirty="0"/>
          </a:p>
        </p:txBody>
      </p:sp>
      <p:sp>
        <p:nvSpPr>
          <p:cNvPr id="91" name="CARD3_NOME"/>
          <p:cNvSpPr/>
          <p:nvPr/>
        </p:nvSpPr>
        <p:spPr>
          <a:xfrm>
            <a:off x="4615336" y="2731487"/>
            <a:ext cx="67197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{{FUNCAO}}</a:t>
            </a:r>
          </a:p>
        </p:txBody>
      </p:sp>
      <p:sp>
        <p:nvSpPr>
          <p:cNvPr id="92" name="CARD2_FUNCAO"/>
          <p:cNvSpPr/>
          <p:nvPr/>
        </p:nvSpPr>
        <p:spPr>
          <a:xfrm>
            <a:off x="2723405" y="2795580"/>
            <a:ext cx="1797027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750" dirty="0"/>
              <a:t>{{FUNCAO}}</a:t>
            </a:r>
            <a:endParaRPr lang="pt-BR" sz="1200" dirty="0"/>
          </a:p>
        </p:txBody>
      </p:sp>
      <p:sp>
        <p:nvSpPr>
          <p:cNvPr id="6" name="CARD1_TELEFONE"/>
          <p:cNvSpPr/>
          <p:nvPr/>
        </p:nvSpPr>
        <p:spPr>
          <a:xfrm>
            <a:off x="813116" y="3005085"/>
            <a:ext cx="15665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err="1"/>
              <a:t>{{TELEFONE}}</a:t>
            </a:r>
            <a:endParaRPr lang="pt-BR" sz="1200" dirty="0"/>
          </a:p>
        </p:txBody>
      </p:sp>
      <p:sp>
        <p:nvSpPr>
          <p:cNvPr id="102" name="CARD2_TELEFONE"/>
          <p:cNvSpPr/>
          <p:nvPr/>
        </p:nvSpPr>
        <p:spPr>
          <a:xfrm>
            <a:off x="2723405" y="3003110"/>
            <a:ext cx="15184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err="1"/>
              <a:t>{{TELEFONE}}</a:t>
            </a:r>
            <a:endParaRPr lang="pt-BR" sz="1200" dirty="0"/>
          </a:p>
        </p:txBody>
      </p:sp>
      <p:sp>
        <p:nvSpPr>
          <p:cNvPr id="103" name="CARD3_TELEFONE"/>
          <p:cNvSpPr/>
          <p:nvPr/>
        </p:nvSpPr>
        <p:spPr>
          <a:xfrm>
            <a:off x="4615336" y="2949544"/>
            <a:ext cx="1405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 err="1"/>
              <a:t>{{TELEFONE}}</a:t>
            </a:r>
            <a:endParaRPr lang="pt-BR" sz="1200" dirty="0"/>
          </a:p>
        </p:txBody>
      </p:sp>
      <p:sp>
        <p:nvSpPr>
          <p:cNvPr id="8" name="CARD4_FUNCAO"/>
          <p:cNvSpPr/>
          <p:nvPr/>
        </p:nvSpPr>
        <p:spPr>
          <a:xfrm>
            <a:off x="6466476" y="2803299"/>
            <a:ext cx="17977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50" dirty="0"/>
              <a:t>{{FUNCAO}}</a:t>
            </a:r>
          </a:p>
        </p:txBody>
      </p:sp>
      <p:sp>
        <p:nvSpPr>
          <p:cNvPr id="9" name="CARD4_TELEFONE"/>
          <p:cNvSpPr/>
          <p:nvPr/>
        </p:nvSpPr>
        <p:spPr>
          <a:xfrm>
            <a:off x="6521422" y="3046102"/>
            <a:ext cx="157020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 err="1"/>
              <a:t>{{TELEFONE}}</a:t>
            </a:r>
          </a:p>
        </p:txBody>
      </p:sp>
      <p:sp>
        <p:nvSpPr>
          <p:cNvPr id="10" name="CARD5_NOME"/>
          <p:cNvSpPr/>
          <p:nvPr/>
        </p:nvSpPr>
        <p:spPr>
          <a:xfrm>
            <a:off x="717506" y="5618422"/>
            <a:ext cx="18982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11" name="CARD5_FUNCAO"/>
          <p:cNvSpPr/>
          <p:nvPr/>
        </p:nvSpPr>
        <p:spPr>
          <a:xfrm>
            <a:off x="794878" y="5904967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50" dirty="0"/>
              <a:t>{{FUNCAO}}</a:t>
            </a:r>
          </a:p>
        </p:txBody>
      </p:sp>
      <p:sp>
        <p:nvSpPr>
          <p:cNvPr id="12" name="CARD5_TELEFONE"/>
          <p:cNvSpPr/>
          <p:nvPr/>
        </p:nvSpPr>
        <p:spPr>
          <a:xfrm>
            <a:off x="774546" y="6126033"/>
            <a:ext cx="13812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 err="1"/>
              <a:t>{{TELEFONE}}</a:t>
            </a:r>
          </a:p>
        </p:txBody>
      </p:sp>
      <p:sp>
        <p:nvSpPr>
          <p:cNvPr id="73" name="CARD6_NOME"/>
          <p:cNvSpPr/>
          <p:nvPr/>
        </p:nvSpPr>
        <p:spPr>
          <a:xfrm>
            <a:off x="2709021" y="5600445"/>
            <a:ext cx="1061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74" name="CARD6_FUNCAO"/>
          <p:cNvSpPr/>
          <p:nvPr/>
        </p:nvSpPr>
        <p:spPr>
          <a:xfrm>
            <a:off x="2715116" y="5876976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50" dirty="0"/>
              <a:t>{{FUNCAO}}</a:t>
            </a:r>
            <a:endParaRPr lang="pt-BR" sz="1200" dirty="0"/>
          </a:p>
        </p:txBody>
      </p:sp>
      <p:sp>
        <p:nvSpPr>
          <p:cNvPr id="75" name="CARD6_TELEFONE"/>
          <p:cNvSpPr/>
          <p:nvPr/>
        </p:nvSpPr>
        <p:spPr>
          <a:xfrm>
            <a:off x="2716556" y="6116148"/>
            <a:ext cx="13812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 err="1"/>
              <a:t>{{TELEFONE}}</a:t>
            </a:r>
          </a:p>
        </p:txBody>
      </p:sp>
      <p:sp>
        <p:nvSpPr>
          <p:cNvPr id="89" name="Retângulo 88"/>
          <p:cNvSpPr/>
          <p:nvPr/>
        </p:nvSpPr>
        <p:spPr>
          <a:xfrm>
            <a:off x="4591842" y="1870562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93" name="Retângulo 92"/>
          <p:cNvSpPr/>
          <p:nvPr/>
        </p:nvSpPr>
        <p:spPr>
          <a:xfrm>
            <a:off x="703250" y="4943364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5" name="Retângulo 104"/>
          <p:cNvSpPr/>
          <p:nvPr/>
        </p:nvSpPr>
        <p:spPr>
          <a:xfrm>
            <a:off x="2696162" y="1880649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6" name="Retângulo 105"/>
          <p:cNvSpPr/>
          <p:nvPr/>
        </p:nvSpPr>
        <p:spPr>
          <a:xfrm>
            <a:off x="6315458" y="1900545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7" name="Retângulo 106"/>
          <p:cNvSpPr/>
          <p:nvPr/>
        </p:nvSpPr>
        <p:spPr>
          <a:xfrm>
            <a:off x="703250" y="1876144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8" name="CARD3_NOME"/>
          <p:cNvSpPr/>
          <p:nvPr/>
        </p:nvSpPr>
        <p:spPr>
          <a:xfrm>
            <a:off x="4615336" y="2540195"/>
            <a:ext cx="158228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15" name="CARD4_NOME"/>
          <p:cNvSpPr/>
          <p:nvPr/>
        </p:nvSpPr>
        <p:spPr>
          <a:xfrm>
            <a:off x="6521422" y="2567070"/>
            <a:ext cx="5838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{{NOME}}</a:t>
            </a:r>
            <a:br>
              <a:rPr lang="pt-BR" sz="800" dirty="0"/>
            </a:br>
            <a:endParaRPr lang="pt-BR" sz="800" dirty="0"/>
          </a:p>
        </p:txBody>
      </p:sp>
      <p:sp>
        <p:nvSpPr>
          <p:cNvPr id="16" name="Retângulo 15"/>
          <p:cNvSpPr/>
          <p:nvPr/>
        </p:nvSpPr>
        <p:spPr>
          <a:xfrm>
            <a:off x="4514593" y="4919126"/>
            <a:ext cx="1811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9" name="Retângulo 108"/>
          <p:cNvSpPr/>
          <p:nvPr/>
        </p:nvSpPr>
        <p:spPr>
          <a:xfrm>
            <a:off x="6450792" y="4937546"/>
            <a:ext cx="1811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11" name="CARD7_NOME"/>
          <p:cNvSpPr/>
          <p:nvPr/>
        </p:nvSpPr>
        <p:spPr>
          <a:xfrm>
            <a:off x="4623186" y="5562922"/>
            <a:ext cx="15550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112" name="CARD7_FUNCAO"/>
          <p:cNvSpPr/>
          <p:nvPr/>
        </p:nvSpPr>
        <p:spPr>
          <a:xfrm>
            <a:off x="4623186" y="5849947"/>
            <a:ext cx="1509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50" dirty="0"/>
              <a:t>{{FUNCAO}}</a:t>
            </a:r>
          </a:p>
        </p:txBody>
      </p:sp>
      <p:sp>
        <p:nvSpPr>
          <p:cNvPr id="113" name="CARD7_TELEFONE"/>
          <p:cNvSpPr/>
          <p:nvPr/>
        </p:nvSpPr>
        <p:spPr>
          <a:xfrm>
            <a:off x="4623186" y="6124411"/>
            <a:ext cx="1405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 err="1"/>
              <a:t>{{TELEFONE}}</a:t>
            </a:r>
            <a:endParaRPr lang="pt-BR" sz="1200" dirty="0"/>
          </a:p>
        </p:txBody>
      </p:sp>
      <p:pic>
        <p:nvPicPr>
          <p:cNvPr id="2058" name="CARD1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800" y="882000"/>
            <a:ext cx="684000" cy="917999"/>
          </a:xfrm>
          <a:prstGeom prst="rect">
            <a:avLst/>
          </a:prstGeom>
        </p:spPr>
      </p:pic>
      <p:pic>
        <p:nvPicPr>
          <p:cNvPr id="2059" name="CARD2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000" y="882000"/>
            <a:ext cx="684000" cy="917999"/>
          </a:xfrm>
          <a:prstGeom prst="rect">
            <a:avLst/>
          </a:prstGeom>
        </p:spPr>
      </p:pic>
      <p:pic>
        <p:nvPicPr>
          <p:cNvPr id="2060" name="CARD3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600" y="882000"/>
            <a:ext cx="684000" cy="917999"/>
          </a:xfrm>
          <a:prstGeom prst="rect">
            <a:avLst/>
          </a:prstGeom>
        </p:spPr>
      </p:pic>
      <p:pic>
        <p:nvPicPr>
          <p:cNvPr id="2061" name="CARD4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000" y="882000"/>
            <a:ext cx="684000" cy="917999"/>
          </a:xfrm>
          <a:prstGeom prst="rect">
            <a:avLst/>
          </a:prstGeom>
        </p:spPr>
      </p:pic>
      <p:pic>
        <p:nvPicPr>
          <p:cNvPr id="2062" name="CARD5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576" y="3893916"/>
            <a:ext cx="684000" cy="917999"/>
          </a:xfrm>
          <a:prstGeom prst="rect">
            <a:avLst/>
          </a:prstGeom>
        </p:spPr>
      </p:pic>
      <p:pic>
        <p:nvPicPr>
          <p:cNvPr id="2063" name="CARD6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535" y="3890402"/>
            <a:ext cx="684000" cy="917999"/>
          </a:xfrm>
          <a:prstGeom prst="rect">
            <a:avLst/>
          </a:prstGeom>
        </p:spPr>
      </p:pic>
      <p:pic>
        <p:nvPicPr>
          <p:cNvPr id="2064" name="CARD7_F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675" y="3887482"/>
            <a:ext cx="684000" cy="917999"/>
          </a:xfrm>
          <a:prstGeom prst="rect">
            <a:avLst/>
          </a:prstGeom>
        </p:spPr>
      </p:pic>
      <p:pic>
        <p:nvPicPr>
          <p:cNvPr id="83" name="CARD7_FOTO" descr="image.jpg">
            <a:extLst>
              <a:ext uri="{FF2B5EF4-FFF2-40B4-BE49-F238E27FC236}">
                <a16:creationId xmlns:a16="http://schemas.microsoft.com/office/drawing/2014/main" id="{7C2EDF45-4F5E-402F-92A8-2BCF80D8E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776" y="3902722"/>
            <a:ext cx="684000" cy="917999"/>
          </a:xfrm>
          <a:prstGeom prst="rect">
            <a:avLst/>
          </a:prstGeom>
        </p:spPr>
      </p:pic>
      <p:sp>
        <p:nvSpPr>
          <p:cNvPr id="87" name="CARD7_NOME">
            <a:extLst>
              <a:ext uri="{FF2B5EF4-FFF2-40B4-BE49-F238E27FC236}">
                <a16:creationId xmlns:a16="http://schemas.microsoft.com/office/drawing/2014/main" id="{C46FDD3C-CA35-457D-853F-EDA346493698}"/>
              </a:ext>
            </a:extLst>
          </p:cNvPr>
          <p:cNvSpPr/>
          <p:nvPr/>
        </p:nvSpPr>
        <p:spPr>
          <a:xfrm>
            <a:off x="6506631" y="5592486"/>
            <a:ext cx="15550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/>
              <a:t>{{NOME}}</a:t>
            </a:r>
            <a:endParaRPr lang="pt-BR" sz="1200" dirty="0"/>
          </a:p>
        </p:txBody>
      </p:sp>
      <p:sp>
        <p:nvSpPr>
          <p:cNvPr id="88" name="CARD7_FUNCAO">
            <a:extLst>
              <a:ext uri="{FF2B5EF4-FFF2-40B4-BE49-F238E27FC236}">
                <a16:creationId xmlns:a16="http://schemas.microsoft.com/office/drawing/2014/main" id="{6E19A8D6-403C-475C-85F4-0AF859622ECB}"/>
              </a:ext>
            </a:extLst>
          </p:cNvPr>
          <p:cNvSpPr/>
          <p:nvPr/>
        </p:nvSpPr>
        <p:spPr>
          <a:xfrm>
            <a:off x="6506631" y="5879511"/>
            <a:ext cx="1509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750" dirty="0"/>
              <a:t>{{FUNCAO}}</a:t>
            </a:r>
          </a:p>
        </p:txBody>
      </p:sp>
      <p:sp>
        <p:nvSpPr>
          <p:cNvPr id="104" name="CARD7_TELEFONE">
            <a:extLst>
              <a:ext uri="{FF2B5EF4-FFF2-40B4-BE49-F238E27FC236}">
                <a16:creationId xmlns:a16="http://schemas.microsoft.com/office/drawing/2014/main" id="{5B59F489-94E9-456F-9A37-87E8E41C15AE}"/>
              </a:ext>
            </a:extLst>
          </p:cNvPr>
          <p:cNvSpPr/>
          <p:nvPr/>
        </p:nvSpPr>
        <p:spPr>
          <a:xfrm>
            <a:off x="6506631" y="6153975"/>
            <a:ext cx="1405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800" dirty="0" err="1"/>
              <a:t>{{TELEFONE}}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520078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122</Words>
  <Application>Microsoft Office PowerPoint</Application>
  <PresentationFormat>Apresentação na tela (4:3)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Company>Grupo Votorantim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Grupo Votorantim</dc:creator>
  <cp:lastModifiedBy>Altec Da Silva</cp:lastModifiedBy>
  <cp:revision>148</cp:revision>
  <cp:lastPrinted>2025-07-21T11:45:05Z</cp:lastPrinted>
  <dcterms:created xsi:type="dcterms:W3CDTF">2014-01-20T22:33:15Z</dcterms:created>
  <dcterms:modified xsi:type="dcterms:W3CDTF">2026-09-01T14:56:47Z</dcterms:modified>
</cp:coreProperties>
</file>